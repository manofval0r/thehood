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2" r:id="rId1"/>
  </p:sldMasterIdLst>
  <p:notesMasterIdLst>
    <p:notesMasterId r:id="rId2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8" r:id="rId17"/>
    <p:sldId id="279" r:id="rId18"/>
    <p:sldId id="280" r:id="rId19"/>
    <p:sldId id="281" r:id="rId20"/>
    <p:sldId id="28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EC735A3-1F85-4D8D-ADB0-50C49B844C1E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6EE8750-37A1-44CB-8FF2-EB6E502AF465}">
      <dgm:prSet/>
      <dgm:spPr/>
      <dgm:t>
        <a:bodyPr/>
        <a:lstStyle/>
        <a:p>
          <a:r>
            <a:rPr lang="en-US"/>
            <a:t>Data Management</a:t>
          </a:r>
        </a:p>
      </dgm:t>
    </dgm:pt>
    <dgm:pt modelId="{453F45E2-0959-41FF-96F1-A7C36D7E7F6A}" type="parTrans" cxnId="{8B49F295-FB99-4C22-9C52-71A83ADF1682}">
      <dgm:prSet/>
      <dgm:spPr/>
      <dgm:t>
        <a:bodyPr/>
        <a:lstStyle/>
        <a:p>
          <a:endParaRPr lang="en-US"/>
        </a:p>
      </dgm:t>
    </dgm:pt>
    <dgm:pt modelId="{7588B3F8-5509-4726-B895-2EB461E20BB1}" type="sibTrans" cxnId="{8B49F295-FB99-4C22-9C52-71A83ADF1682}">
      <dgm:prSet/>
      <dgm:spPr/>
      <dgm:t>
        <a:bodyPr/>
        <a:lstStyle/>
        <a:p>
          <a:endParaRPr lang="en-US"/>
        </a:p>
      </dgm:t>
    </dgm:pt>
    <dgm:pt modelId="{C1A7C507-6A0B-4DCB-8092-13F8D93534A1}">
      <dgm:prSet/>
      <dgm:spPr/>
      <dgm:t>
        <a:bodyPr/>
        <a:lstStyle/>
        <a:p>
          <a:r>
            <a:rPr lang="en-US"/>
            <a:t>DTS 304</a:t>
          </a:r>
        </a:p>
      </dgm:t>
    </dgm:pt>
    <dgm:pt modelId="{BF67DB02-0B22-4477-B7C2-7EB92F9EDC95}" type="parTrans" cxnId="{560BF1E7-1760-4148-9F13-B81979CB7ECA}">
      <dgm:prSet/>
      <dgm:spPr/>
      <dgm:t>
        <a:bodyPr/>
        <a:lstStyle/>
        <a:p>
          <a:endParaRPr lang="en-US"/>
        </a:p>
      </dgm:t>
    </dgm:pt>
    <dgm:pt modelId="{F2ED2361-9D4D-400A-9715-B86EF9AC4C72}" type="sibTrans" cxnId="{560BF1E7-1760-4148-9F13-B81979CB7ECA}">
      <dgm:prSet/>
      <dgm:spPr/>
      <dgm:t>
        <a:bodyPr/>
        <a:lstStyle/>
        <a:p>
          <a:endParaRPr lang="en-US"/>
        </a:p>
      </dgm:t>
    </dgm:pt>
    <dgm:pt modelId="{6E101AB1-2E88-40E5-ACB8-0D124352ACEC}" type="pres">
      <dgm:prSet presAssocID="{FEC735A3-1F85-4D8D-ADB0-50C49B844C1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4D18B631-49A7-4040-9E10-FCB2D5C60E62}" type="pres">
      <dgm:prSet presAssocID="{A6EE8750-37A1-44CB-8FF2-EB6E502AF465}" presName="hierRoot1" presStyleCnt="0"/>
      <dgm:spPr/>
    </dgm:pt>
    <dgm:pt modelId="{ED0B1DB8-BF61-4ABB-9545-6260ED8E8766}" type="pres">
      <dgm:prSet presAssocID="{A6EE8750-37A1-44CB-8FF2-EB6E502AF465}" presName="composite" presStyleCnt="0"/>
      <dgm:spPr/>
    </dgm:pt>
    <dgm:pt modelId="{FE6EC45B-1639-4AB0-85F9-83B227CBBA24}" type="pres">
      <dgm:prSet presAssocID="{A6EE8750-37A1-44CB-8FF2-EB6E502AF465}" presName="background" presStyleLbl="node0" presStyleIdx="0" presStyleCnt="2"/>
      <dgm:spPr/>
    </dgm:pt>
    <dgm:pt modelId="{4A14F227-81E5-4BC7-9408-7912BC974C75}" type="pres">
      <dgm:prSet presAssocID="{A6EE8750-37A1-44CB-8FF2-EB6E502AF465}" presName="text" presStyleLbl="fgAcc0" presStyleIdx="0" presStyleCnt="2">
        <dgm:presLayoutVars>
          <dgm:chPref val="3"/>
        </dgm:presLayoutVars>
      </dgm:prSet>
      <dgm:spPr/>
    </dgm:pt>
    <dgm:pt modelId="{5A9BC005-0DF5-429B-BD13-F1DC699CD451}" type="pres">
      <dgm:prSet presAssocID="{A6EE8750-37A1-44CB-8FF2-EB6E502AF465}" presName="hierChild2" presStyleCnt="0"/>
      <dgm:spPr/>
    </dgm:pt>
    <dgm:pt modelId="{73FAA12F-922E-4864-BADB-FDCD799E8A7A}" type="pres">
      <dgm:prSet presAssocID="{C1A7C507-6A0B-4DCB-8092-13F8D93534A1}" presName="hierRoot1" presStyleCnt="0"/>
      <dgm:spPr/>
    </dgm:pt>
    <dgm:pt modelId="{9322AA11-435D-44C0-B734-F914D5C4F76F}" type="pres">
      <dgm:prSet presAssocID="{C1A7C507-6A0B-4DCB-8092-13F8D93534A1}" presName="composite" presStyleCnt="0"/>
      <dgm:spPr/>
    </dgm:pt>
    <dgm:pt modelId="{295923F6-235F-4F72-B508-8854F46E264B}" type="pres">
      <dgm:prSet presAssocID="{C1A7C507-6A0B-4DCB-8092-13F8D93534A1}" presName="background" presStyleLbl="node0" presStyleIdx="1" presStyleCnt="2"/>
      <dgm:spPr/>
    </dgm:pt>
    <dgm:pt modelId="{D51B61F1-70A1-4757-9EA8-A2C4C5C6EA3E}" type="pres">
      <dgm:prSet presAssocID="{C1A7C507-6A0B-4DCB-8092-13F8D93534A1}" presName="text" presStyleLbl="fgAcc0" presStyleIdx="1" presStyleCnt="2">
        <dgm:presLayoutVars>
          <dgm:chPref val="3"/>
        </dgm:presLayoutVars>
      </dgm:prSet>
      <dgm:spPr/>
    </dgm:pt>
    <dgm:pt modelId="{A409BF1C-84FA-4BB4-97F3-6E269ADAB45A}" type="pres">
      <dgm:prSet presAssocID="{C1A7C507-6A0B-4DCB-8092-13F8D93534A1}" presName="hierChild2" presStyleCnt="0"/>
      <dgm:spPr/>
    </dgm:pt>
  </dgm:ptLst>
  <dgm:cxnLst>
    <dgm:cxn modelId="{8A55C618-462A-49FF-A0AB-BDD6E9D1EAA5}" type="presOf" srcId="{C1A7C507-6A0B-4DCB-8092-13F8D93534A1}" destId="{D51B61F1-70A1-4757-9EA8-A2C4C5C6EA3E}" srcOrd="0" destOrd="0" presId="urn:microsoft.com/office/officeart/2005/8/layout/hierarchy1"/>
    <dgm:cxn modelId="{8B49F295-FB99-4C22-9C52-71A83ADF1682}" srcId="{FEC735A3-1F85-4D8D-ADB0-50C49B844C1E}" destId="{A6EE8750-37A1-44CB-8FF2-EB6E502AF465}" srcOrd="0" destOrd="0" parTransId="{453F45E2-0959-41FF-96F1-A7C36D7E7F6A}" sibTransId="{7588B3F8-5509-4726-B895-2EB461E20BB1}"/>
    <dgm:cxn modelId="{50E117B6-3932-41E0-AF77-54C7A22299AA}" type="presOf" srcId="{FEC735A3-1F85-4D8D-ADB0-50C49B844C1E}" destId="{6E101AB1-2E88-40E5-ACB8-0D124352ACEC}" srcOrd="0" destOrd="0" presId="urn:microsoft.com/office/officeart/2005/8/layout/hierarchy1"/>
    <dgm:cxn modelId="{FAA7A0BB-FF09-49E4-B1A9-AC0EDE6D6B7F}" type="presOf" srcId="{A6EE8750-37A1-44CB-8FF2-EB6E502AF465}" destId="{4A14F227-81E5-4BC7-9408-7912BC974C75}" srcOrd="0" destOrd="0" presId="urn:microsoft.com/office/officeart/2005/8/layout/hierarchy1"/>
    <dgm:cxn modelId="{560BF1E7-1760-4148-9F13-B81979CB7ECA}" srcId="{FEC735A3-1F85-4D8D-ADB0-50C49B844C1E}" destId="{C1A7C507-6A0B-4DCB-8092-13F8D93534A1}" srcOrd="1" destOrd="0" parTransId="{BF67DB02-0B22-4477-B7C2-7EB92F9EDC95}" sibTransId="{F2ED2361-9D4D-400A-9715-B86EF9AC4C72}"/>
    <dgm:cxn modelId="{0A13C9E0-3BA6-4FA7-93A0-F75E9838072E}" type="presParOf" srcId="{6E101AB1-2E88-40E5-ACB8-0D124352ACEC}" destId="{4D18B631-49A7-4040-9E10-FCB2D5C60E62}" srcOrd="0" destOrd="0" presId="urn:microsoft.com/office/officeart/2005/8/layout/hierarchy1"/>
    <dgm:cxn modelId="{08B72288-9290-4D35-AC71-EFC2EEE42C95}" type="presParOf" srcId="{4D18B631-49A7-4040-9E10-FCB2D5C60E62}" destId="{ED0B1DB8-BF61-4ABB-9545-6260ED8E8766}" srcOrd="0" destOrd="0" presId="urn:microsoft.com/office/officeart/2005/8/layout/hierarchy1"/>
    <dgm:cxn modelId="{1ADABAD6-DDF7-45F8-8EC0-53DD075385B3}" type="presParOf" srcId="{ED0B1DB8-BF61-4ABB-9545-6260ED8E8766}" destId="{FE6EC45B-1639-4AB0-85F9-83B227CBBA24}" srcOrd="0" destOrd="0" presId="urn:microsoft.com/office/officeart/2005/8/layout/hierarchy1"/>
    <dgm:cxn modelId="{16F24D9A-A70F-4F28-B8B1-670894D57670}" type="presParOf" srcId="{ED0B1DB8-BF61-4ABB-9545-6260ED8E8766}" destId="{4A14F227-81E5-4BC7-9408-7912BC974C75}" srcOrd="1" destOrd="0" presId="urn:microsoft.com/office/officeart/2005/8/layout/hierarchy1"/>
    <dgm:cxn modelId="{AC0F7EF1-038C-4DBE-8008-C163F5100DB3}" type="presParOf" srcId="{4D18B631-49A7-4040-9E10-FCB2D5C60E62}" destId="{5A9BC005-0DF5-429B-BD13-F1DC699CD451}" srcOrd="1" destOrd="0" presId="urn:microsoft.com/office/officeart/2005/8/layout/hierarchy1"/>
    <dgm:cxn modelId="{1FBBA361-8C8B-42B2-86B8-DFC2D819ADAC}" type="presParOf" srcId="{6E101AB1-2E88-40E5-ACB8-0D124352ACEC}" destId="{73FAA12F-922E-4864-BADB-FDCD799E8A7A}" srcOrd="1" destOrd="0" presId="urn:microsoft.com/office/officeart/2005/8/layout/hierarchy1"/>
    <dgm:cxn modelId="{41AD861A-C753-46B0-82EB-F14A9057778B}" type="presParOf" srcId="{73FAA12F-922E-4864-BADB-FDCD799E8A7A}" destId="{9322AA11-435D-44C0-B734-F914D5C4F76F}" srcOrd="0" destOrd="0" presId="urn:microsoft.com/office/officeart/2005/8/layout/hierarchy1"/>
    <dgm:cxn modelId="{536AE9C3-6292-48C3-84FE-3ED872267528}" type="presParOf" srcId="{9322AA11-435D-44C0-B734-F914D5C4F76F}" destId="{295923F6-235F-4F72-B508-8854F46E264B}" srcOrd="0" destOrd="0" presId="urn:microsoft.com/office/officeart/2005/8/layout/hierarchy1"/>
    <dgm:cxn modelId="{6F4CB980-7B78-4BBA-B7A9-6D3DFF634938}" type="presParOf" srcId="{9322AA11-435D-44C0-B734-F914D5C4F76F}" destId="{D51B61F1-70A1-4757-9EA8-A2C4C5C6EA3E}" srcOrd="1" destOrd="0" presId="urn:microsoft.com/office/officeart/2005/8/layout/hierarchy1"/>
    <dgm:cxn modelId="{5E49D9D3-C057-4865-B7B4-BEFA72412265}" type="presParOf" srcId="{73FAA12F-922E-4864-BADB-FDCD799E8A7A}" destId="{A409BF1C-84FA-4BB4-97F3-6E269ADAB45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51ABFB6-9D3E-402D-AB97-3F345D0A0501}" type="doc">
      <dgm:prSet loTypeId="urn:microsoft.com/office/officeart/2005/8/layout/hierarchy1" loCatId="hierarchy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443D51F-C2BC-44C2-BC67-27273DD36F8F}">
      <dgm:prSet/>
      <dgm:spPr/>
      <dgm:t>
        <a:bodyPr/>
        <a:lstStyle/>
        <a:p>
          <a:r>
            <a:rPr lang="en-US"/>
            <a:t>By the end of this class, students should be able to:</a:t>
          </a:r>
        </a:p>
      </dgm:t>
    </dgm:pt>
    <dgm:pt modelId="{73D8E09B-BCD8-4EF4-A8CB-7B2FF8A8840A}" type="parTrans" cxnId="{C07EA2B7-9623-4713-B35F-52D324C88E43}">
      <dgm:prSet/>
      <dgm:spPr/>
      <dgm:t>
        <a:bodyPr/>
        <a:lstStyle/>
        <a:p>
          <a:endParaRPr lang="en-US"/>
        </a:p>
      </dgm:t>
    </dgm:pt>
    <dgm:pt modelId="{0078D0B4-6F8F-479D-99CD-19062350E490}" type="sibTrans" cxnId="{C07EA2B7-9623-4713-B35F-52D324C88E43}">
      <dgm:prSet/>
      <dgm:spPr/>
      <dgm:t>
        <a:bodyPr/>
        <a:lstStyle/>
        <a:p>
          <a:endParaRPr lang="en-US"/>
        </a:p>
      </dgm:t>
    </dgm:pt>
    <dgm:pt modelId="{E2B964C7-8703-4E50-B779-9610E7A30485}">
      <dgm:prSet/>
      <dgm:spPr/>
      <dgm:t>
        <a:bodyPr/>
        <a:lstStyle/>
        <a:p>
          <a:r>
            <a:rPr lang="en-US"/>
            <a:t>Explain the difference between data and information.</a:t>
          </a:r>
        </a:p>
      </dgm:t>
    </dgm:pt>
    <dgm:pt modelId="{09CB3FA0-70BB-49BF-9996-B287EB4476B5}" type="parTrans" cxnId="{A63ECE1E-195C-4DB5-9A09-E81877CB6B31}">
      <dgm:prSet/>
      <dgm:spPr/>
      <dgm:t>
        <a:bodyPr/>
        <a:lstStyle/>
        <a:p>
          <a:endParaRPr lang="en-US"/>
        </a:p>
      </dgm:t>
    </dgm:pt>
    <dgm:pt modelId="{B913C738-38A7-4C2C-8C94-3F8A381E0FF4}" type="sibTrans" cxnId="{A63ECE1E-195C-4DB5-9A09-E81877CB6B31}">
      <dgm:prSet/>
      <dgm:spPr/>
      <dgm:t>
        <a:bodyPr/>
        <a:lstStyle/>
        <a:p>
          <a:endParaRPr lang="en-US"/>
        </a:p>
      </dgm:t>
    </dgm:pt>
    <dgm:pt modelId="{7BF169F7-B178-4DFA-9D7C-3FC3AA705AE1}">
      <dgm:prSet/>
      <dgm:spPr/>
      <dgm:t>
        <a:bodyPr/>
        <a:lstStyle/>
        <a:p>
          <a:r>
            <a:rPr lang="en-US"/>
            <a:t>Describe why organisations need to manage data properly.</a:t>
          </a:r>
        </a:p>
      </dgm:t>
    </dgm:pt>
    <dgm:pt modelId="{4FA54CB1-DE12-4E68-9430-B5BEF20F1B8D}" type="parTrans" cxnId="{241D0EE2-D630-443D-965F-30ED2371C209}">
      <dgm:prSet/>
      <dgm:spPr/>
      <dgm:t>
        <a:bodyPr/>
        <a:lstStyle/>
        <a:p>
          <a:endParaRPr lang="en-US"/>
        </a:p>
      </dgm:t>
    </dgm:pt>
    <dgm:pt modelId="{409A4D1B-0C74-4417-A327-A4E13315658D}" type="sibTrans" cxnId="{241D0EE2-D630-443D-965F-30ED2371C209}">
      <dgm:prSet/>
      <dgm:spPr/>
      <dgm:t>
        <a:bodyPr/>
        <a:lstStyle/>
        <a:p>
          <a:endParaRPr lang="en-US"/>
        </a:p>
      </dgm:t>
    </dgm:pt>
    <dgm:pt modelId="{A239CB78-5D0E-439D-8866-9C7D03A55523}">
      <dgm:prSet/>
      <dgm:spPr/>
      <dgm:t>
        <a:bodyPr/>
        <a:lstStyle/>
        <a:p>
          <a:r>
            <a:rPr lang="en-US"/>
            <a:t>Explain the basic idea of a database and a Database Management System (DBMS).</a:t>
          </a:r>
        </a:p>
      </dgm:t>
    </dgm:pt>
    <dgm:pt modelId="{36DD36EF-14EE-4612-BC86-970CD332F46F}" type="parTrans" cxnId="{2873430F-0E4E-437C-8814-C7ADAB242308}">
      <dgm:prSet/>
      <dgm:spPr/>
      <dgm:t>
        <a:bodyPr/>
        <a:lstStyle/>
        <a:p>
          <a:endParaRPr lang="en-US"/>
        </a:p>
      </dgm:t>
    </dgm:pt>
    <dgm:pt modelId="{D558DDAB-6834-427E-8FFD-16EBB2C50BBF}" type="sibTrans" cxnId="{2873430F-0E4E-437C-8814-C7ADAB242308}">
      <dgm:prSet/>
      <dgm:spPr/>
      <dgm:t>
        <a:bodyPr/>
        <a:lstStyle/>
        <a:p>
          <a:endParaRPr lang="en-US"/>
        </a:p>
      </dgm:t>
    </dgm:pt>
    <dgm:pt modelId="{FF5B81F4-5A3B-4419-95D2-E3E6512363F3}">
      <dgm:prSet/>
      <dgm:spPr/>
      <dgm:t>
        <a:bodyPr/>
        <a:lstStyle/>
        <a:p>
          <a:r>
            <a:rPr lang="en-US"/>
            <a:t>Recognise common problems such as duplicate records, missing values and unauthorised access.</a:t>
          </a:r>
        </a:p>
      </dgm:t>
    </dgm:pt>
    <dgm:pt modelId="{E79DA550-D2BF-48A3-9476-4CE90C420374}" type="parTrans" cxnId="{97D5F4DF-9855-4569-9F67-E612DC2BE160}">
      <dgm:prSet/>
      <dgm:spPr/>
      <dgm:t>
        <a:bodyPr/>
        <a:lstStyle/>
        <a:p>
          <a:endParaRPr lang="en-US"/>
        </a:p>
      </dgm:t>
    </dgm:pt>
    <dgm:pt modelId="{F121DE25-964C-443D-BF23-E9D7D40B51E1}" type="sibTrans" cxnId="{97D5F4DF-9855-4569-9F67-E612DC2BE160}">
      <dgm:prSet/>
      <dgm:spPr/>
      <dgm:t>
        <a:bodyPr/>
        <a:lstStyle/>
        <a:p>
          <a:endParaRPr lang="en-US"/>
        </a:p>
      </dgm:t>
    </dgm:pt>
    <dgm:pt modelId="{675FA99F-CBEF-4B0C-9B94-80727ACBB747}">
      <dgm:prSet/>
      <dgm:spPr/>
      <dgm:t>
        <a:bodyPr/>
        <a:lstStyle/>
        <a:p>
          <a:r>
            <a:rPr lang="en-US"/>
            <a:t>Design a simple database for a real-life situation.</a:t>
          </a:r>
        </a:p>
      </dgm:t>
    </dgm:pt>
    <dgm:pt modelId="{1048909F-D5EC-451C-B373-1FBA93EC022F}" type="parTrans" cxnId="{BBFBF4C5-817F-4EFC-B34E-B52B9D36494E}">
      <dgm:prSet/>
      <dgm:spPr/>
      <dgm:t>
        <a:bodyPr/>
        <a:lstStyle/>
        <a:p>
          <a:endParaRPr lang="en-US"/>
        </a:p>
      </dgm:t>
    </dgm:pt>
    <dgm:pt modelId="{CE40B6ED-1D88-4335-A880-2942D5203687}" type="sibTrans" cxnId="{BBFBF4C5-817F-4EFC-B34E-B52B9D36494E}">
      <dgm:prSet/>
      <dgm:spPr/>
      <dgm:t>
        <a:bodyPr/>
        <a:lstStyle/>
        <a:p>
          <a:endParaRPr lang="en-US"/>
        </a:p>
      </dgm:t>
    </dgm:pt>
    <dgm:pt modelId="{96F69C5F-97CD-4439-B334-F91EEC618377}" type="pres">
      <dgm:prSet presAssocID="{551ABFB6-9D3E-402D-AB97-3F345D0A050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84D3DCC-AD9E-4D89-AD8C-D197B3C1D592}" type="pres">
      <dgm:prSet presAssocID="{C443D51F-C2BC-44C2-BC67-27273DD36F8F}" presName="hierRoot1" presStyleCnt="0"/>
      <dgm:spPr/>
    </dgm:pt>
    <dgm:pt modelId="{F2129052-971F-42BB-9DBD-1BBE70902D43}" type="pres">
      <dgm:prSet presAssocID="{C443D51F-C2BC-44C2-BC67-27273DD36F8F}" presName="composite" presStyleCnt="0"/>
      <dgm:spPr/>
    </dgm:pt>
    <dgm:pt modelId="{5D1FEA45-FB42-445C-93AC-53F8A3B070C4}" type="pres">
      <dgm:prSet presAssocID="{C443D51F-C2BC-44C2-BC67-27273DD36F8F}" presName="background" presStyleLbl="node0" presStyleIdx="0" presStyleCnt="1"/>
      <dgm:spPr/>
    </dgm:pt>
    <dgm:pt modelId="{EA81611B-81F9-4B92-9824-91AF1096B363}" type="pres">
      <dgm:prSet presAssocID="{C443D51F-C2BC-44C2-BC67-27273DD36F8F}" presName="text" presStyleLbl="fgAcc0" presStyleIdx="0" presStyleCnt="1">
        <dgm:presLayoutVars>
          <dgm:chPref val="3"/>
        </dgm:presLayoutVars>
      </dgm:prSet>
      <dgm:spPr/>
    </dgm:pt>
    <dgm:pt modelId="{E424DF4C-DEC0-44B9-A3A2-D8F56921093A}" type="pres">
      <dgm:prSet presAssocID="{C443D51F-C2BC-44C2-BC67-27273DD36F8F}" presName="hierChild2" presStyleCnt="0"/>
      <dgm:spPr/>
    </dgm:pt>
    <dgm:pt modelId="{49D22D38-7326-4929-B829-660F0DA79DD6}" type="pres">
      <dgm:prSet presAssocID="{09CB3FA0-70BB-49BF-9996-B287EB4476B5}" presName="Name10" presStyleLbl="parChTrans1D2" presStyleIdx="0" presStyleCnt="5"/>
      <dgm:spPr/>
    </dgm:pt>
    <dgm:pt modelId="{00450A53-5C9E-4B08-B7EC-D777CE889F8A}" type="pres">
      <dgm:prSet presAssocID="{E2B964C7-8703-4E50-B779-9610E7A30485}" presName="hierRoot2" presStyleCnt="0"/>
      <dgm:spPr/>
    </dgm:pt>
    <dgm:pt modelId="{DB4DDD17-67DB-4175-9910-74F2D6A3D801}" type="pres">
      <dgm:prSet presAssocID="{E2B964C7-8703-4E50-B779-9610E7A30485}" presName="composite2" presStyleCnt="0"/>
      <dgm:spPr/>
    </dgm:pt>
    <dgm:pt modelId="{8532BBC2-9323-410F-B8E9-A67F762B7BD5}" type="pres">
      <dgm:prSet presAssocID="{E2B964C7-8703-4E50-B779-9610E7A30485}" presName="background2" presStyleLbl="node2" presStyleIdx="0" presStyleCnt="5"/>
      <dgm:spPr/>
    </dgm:pt>
    <dgm:pt modelId="{8B7EB4F9-B28F-4E8C-A69B-1233678E5303}" type="pres">
      <dgm:prSet presAssocID="{E2B964C7-8703-4E50-B779-9610E7A30485}" presName="text2" presStyleLbl="fgAcc2" presStyleIdx="0" presStyleCnt="5">
        <dgm:presLayoutVars>
          <dgm:chPref val="3"/>
        </dgm:presLayoutVars>
      </dgm:prSet>
      <dgm:spPr/>
    </dgm:pt>
    <dgm:pt modelId="{EDDD5AA8-16C2-4DF7-95FD-6D5620066ABD}" type="pres">
      <dgm:prSet presAssocID="{E2B964C7-8703-4E50-B779-9610E7A30485}" presName="hierChild3" presStyleCnt="0"/>
      <dgm:spPr/>
    </dgm:pt>
    <dgm:pt modelId="{60DD2E66-096A-46FC-B184-D43D9C6A3E95}" type="pres">
      <dgm:prSet presAssocID="{4FA54CB1-DE12-4E68-9430-B5BEF20F1B8D}" presName="Name10" presStyleLbl="parChTrans1D2" presStyleIdx="1" presStyleCnt="5"/>
      <dgm:spPr/>
    </dgm:pt>
    <dgm:pt modelId="{46D17710-687D-4DAE-B24B-22A0E64F3B13}" type="pres">
      <dgm:prSet presAssocID="{7BF169F7-B178-4DFA-9D7C-3FC3AA705AE1}" presName="hierRoot2" presStyleCnt="0"/>
      <dgm:spPr/>
    </dgm:pt>
    <dgm:pt modelId="{527F1A74-0383-428D-949D-0629D890796F}" type="pres">
      <dgm:prSet presAssocID="{7BF169F7-B178-4DFA-9D7C-3FC3AA705AE1}" presName="composite2" presStyleCnt="0"/>
      <dgm:spPr/>
    </dgm:pt>
    <dgm:pt modelId="{1E854684-BFB0-40A7-91B8-588F0047E6D3}" type="pres">
      <dgm:prSet presAssocID="{7BF169F7-B178-4DFA-9D7C-3FC3AA705AE1}" presName="background2" presStyleLbl="node2" presStyleIdx="1" presStyleCnt="5"/>
      <dgm:spPr/>
    </dgm:pt>
    <dgm:pt modelId="{EFB3A5FA-AA91-4648-A839-FF0D6D871D06}" type="pres">
      <dgm:prSet presAssocID="{7BF169F7-B178-4DFA-9D7C-3FC3AA705AE1}" presName="text2" presStyleLbl="fgAcc2" presStyleIdx="1" presStyleCnt="5">
        <dgm:presLayoutVars>
          <dgm:chPref val="3"/>
        </dgm:presLayoutVars>
      </dgm:prSet>
      <dgm:spPr/>
    </dgm:pt>
    <dgm:pt modelId="{D8EC7A5E-34DD-4C84-B8CB-79E53C5C52F3}" type="pres">
      <dgm:prSet presAssocID="{7BF169F7-B178-4DFA-9D7C-3FC3AA705AE1}" presName="hierChild3" presStyleCnt="0"/>
      <dgm:spPr/>
    </dgm:pt>
    <dgm:pt modelId="{57984AFF-0728-4F72-BCFD-96C40F0483D4}" type="pres">
      <dgm:prSet presAssocID="{36DD36EF-14EE-4612-BC86-970CD332F46F}" presName="Name10" presStyleLbl="parChTrans1D2" presStyleIdx="2" presStyleCnt="5"/>
      <dgm:spPr/>
    </dgm:pt>
    <dgm:pt modelId="{31409CB9-46E1-4710-8373-E0422C16894F}" type="pres">
      <dgm:prSet presAssocID="{A239CB78-5D0E-439D-8866-9C7D03A55523}" presName="hierRoot2" presStyleCnt="0"/>
      <dgm:spPr/>
    </dgm:pt>
    <dgm:pt modelId="{02BD9F6F-100C-42DE-AA67-66CB7FE32863}" type="pres">
      <dgm:prSet presAssocID="{A239CB78-5D0E-439D-8866-9C7D03A55523}" presName="composite2" presStyleCnt="0"/>
      <dgm:spPr/>
    </dgm:pt>
    <dgm:pt modelId="{80226EA3-817F-4FEA-BFDE-5A78A082ACDD}" type="pres">
      <dgm:prSet presAssocID="{A239CB78-5D0E-439D-8866-9C7D03A55523}" presName="background2" presStyleLbl="node2" presStyleIdx="2" presStyleCnt="5"/>
      <dgm:spPr/>
    </dgm:pt>
    <dgm:pt modelId="{C2262AA2-4694-4CFD-BD4D-BC392B9A0A01}" type="pres">
      <dgm:prSet presAssocID="{A239CB78-5D0E-439D-8866-9C7D03A55523}" presName="text2" presStyleLbl="fgAcc2" presStyleIdx="2" presStyleCnt="5">
        <dgm:presLayoutVars>
          <dgm:chPref val="3"/>
        </dgm:presLayoutVars>
      </dgm:prSet>
      <dgm:spPr/>
    </dgm:pt>
    <dgm:pt modelId="{F55C0EDE-1B68-4693-865E-995C96E4E7C8}" type="pres">
      <dgm:prSet presAssocID="{A239CB78-5D0E-439D-8866-9C7D03A55523}" presName="hierChild3" presStyleCnt="0"/>
      <dgm:spPr/>
    </dgm:pt>
    <dgm:pt modelId="{1FB3D6C9-C245-486E-A0C8-8CE25EECDE90}" type="pres">
      <dgm:prSet presAssocID="{E79DA550-D2BF-48A3-9476-4CE90C420374}" presName="Name10" presStyleLbl="parChTrans1D2" presStyleIdx="3" presStyleCnt="5"/>
      <dgm:spPr/>
    </dgm:pt>
    <dgm:pt modelId="{91B69586-1033-4D1D-861C-5FDADBFD0147}" type="pres">
      <dgm:prSet presAssocID="{FF5B81F4-5A3B-4419-95D2-E3E6512363F3}" presName="hierRoot2" presStyleCnt="0"/>
      <dgm:spPr/>
    </dgm:pt>
    <dgm:pt modelId="{167537E1-1A3C-45F4-8153-F4C84B95EB2F}" type="pres">
      <dgm:prSet presAssocID="{FF5B81F4-5A3B-4419-95D2-E3E6512363F3}" presName="composite2" presStyleCnt="0"/>
      <dgm:spPr/>
    </dgm:pt>
    <dgm:pt modelId="{C56D825C-D5CA-4789-BAEC-E5DF564BECDB}" type="pres">
      <dgm:prSet presAssocID="{FF5B81F4-5A3B-4419-95D2-E3E6512363F3}" presName="background2" presStyleLbl="node2" presStyleIdx="3" presStyleCnt="5"/>
      <dgm:spPr/>
    </dgm:pt>
    <dgm:pt modelId="{5CBD8B48-EFB8-404F-AFED-B82FF9D3C8F2}" type="pres">
      <dgm:prSet presAssocID="{FF5B81F4-5A3B-4419-95D2-E3E6512363F3}" presName="text2" presStyleLbl="fgAcc2" presStyleIdx="3" presStyleCnt="5">
        <dgm:presLayoutVars>
          <dgm:chPref val="3"/>
        </dgm:presLayoutVars>
      </dgm:prSet>
      <dgm:spPr/>
    </dgm:pt>
    <dgm:pt modelId="{72B74460-6CAA-4504-8927-F82BFAA469A3}" type="pres">
      <dgm:prSet presAssocID="{FF5B81F4-5A3B-4419-95D2-E3E6512363F3}" presName="hierChild3" presStyleCnt="0"/>
      <dgm:spPr/>
    </dgm:pt>
    <dgm:pt modelId="{6FBA49E8-1D8B-477E-9C09-C8FFCF2FCC09}" type="pres">
      <dgm:prSet presAssocID="{1048909F-D5EC-451C-B373-1FBA93EC022F}" presName="Name10" presStyleLbl="parChTrans1D2" presStyleIdx="4" presStyleCnt="5"/>
      <dgm:spPr/>
    </dgm:pt>
    <dgm:pt modelId="{21BBC33D-1636-4C16-9CAC-DBCE26AAAD50}" type="pres">
      <dgm:prSet presAssocID="{675FA99F-CBEF-4B0C-9B94-80727ACBB747}" presName="hierRoot2" presStyleCnt="0"/>
      <dgm:spPr/>
    </dgm:pt>
    <dgm:pt modelId="{2FC60A9D-FC11-4F5C-B746-26A601CE89BF}" type="pres">
      <dgm:prSet presAssocID="{675FA99F-CBEF-4B0C-9B94-80727ACBB747}" presName="composite2" presStyleCnt="0"/>
      <dgm:spPr/>
    </dgm:pt>
    <dgm:pt modelId="{50166DBA-862C-43D2-849E-D0624FBCD90B}" type="pres">
      <dgm:prSet presAssocID="{675FA99F-CBEF-4B0C-9B94-80727ACBB747}" presName="background2" presStyleLbl="node2" presStyleIdx="4" presStyleCnt="5"/>
      <dgm:spPr/>
    </dgm:pt>
    <dgm:pt modelId="{4CAF91A4-0E44-4B68-895D-E9BC0230B973}" type="pres">
      <dgm:prSet presAssocID="{675FA99F-CBEF-4B0C-9B94-80727ACBB747}" presName="text2" presStyleLbl="fgAcc2" presStyleIdx="4" presStyleCnt="5">
        <dgm:presLayoutVars>
          <dgm:chPref val="3"/>
        </dgm:presLayoutVars>
      </dgm:prSet>
      <dgm:spPr/>
    </dgm:pt>
    <dgm:pt modelId="{BA896533-C34F-40CB-B427-32D7147F5FFC}" type="pres">
      <dgm:prSet presAssocID="{675FA99F-CBEF-4B0C-9B94-80727ACBB747}" presName="hierChild3" presStyleCnt="0"/>
      <dgm:spPr/>
    </dgm:pt>
  </dgm:ptLst>
  <dgm:cxnLst>
    <dgm:cxn modelId="{2873430F-0E4E-437C-8814-C7ADAB242308}" srcId="{C443D51F-C2BC-44C2-BC67-27273DD36F8F}" destId="{A239CB78-5D0E-439D-8866-9C7D03A55523}" srcOrd="2" destOrd="0" parTransId="{36DD36EF-14EE-4612-BC86-970CD332F46F}" sibTransId="{D558DDAB-6834-427E-8FFD-16EBB2C50BBF}"/>
    <dgm:cxn modelId="{FE6DDE1B-8476-4D84-B811-A26EE59A8D16}" type="presOf" srcId="{551ABFB6-9D3E-402D-AB97-3F345D0A0501}" destId="{96F69C5F-97CD-4439-B334-F91EEC618377}" srcOrd="0" destOrd="0" presId="urn:microsoft.com/office/officeart/2005/8/layout/hierarchy1"/>
    <dgm:cxn modelId="{A63ECE1E-195C-4DB5-9A09-E81877CB6B31}" srcId="{C443D51F-C2BC-44C2-BC67-27273DD36F8F}" destId="{E2B964C7-8703-4E50-B779-9610E7A30485}" srcOrd="0" destOrd="0" parTransId="{09CB3FA0-70BB-49BF-9996-B287EB4476B5}" sibTransId="{B913C738-38A7-4C2C-8C94-3F8A381E0FF4}"/>
    <dgm:cxn modelId="{5F57C129-2344-4455-A089-28361864F480}" type="presOf" srcId="{675FA99F-CBEF-4B0C-9B94-80727ACBB747}" destId="{4CAF91A4-0E44-4B68-895D-E9BC0230B973}" srcOrd="0" destOrd="0" presId="urn:microsoft.com/office/officeart/2005/8/layout/hierarchy1"/>
    <dgm:cxn modelId="{B9D4083D-990D-4B57-BC65-EE1AF3FC1BDC}" type="presOf" srcId="{1048909F-D5EC-451C-B373-1FBA93EC022F}" destId="{6FBA49E8-1D8B-477E-9C09-C8FFCF2FCC09}" srcOrd="0" destOrd="0" presId="urn:microsoft.com/office/officeart/2005/8/layout/hierarchy1"/>
    <dgm:cxn modelId="{5CDCC943-0D33-45D5-90C6-34BDB3531034}" type="presOf" srcId="{A239CB78-5D0E-439D-8866-9C7D03A55523}" destId="{C2262AA2-4694-4CFD-BD4D-BC392B9A0A01}" srcOrd="0" destOrd="0" presId="urn:microsoft.com/office/officeart/2005/8/layout/hierarchy1"/>
    <dgm:cxn modelId="{A6443C48-8BBA-4111-9CC2-2CC715B1A91F}" type="presOf" srcId="{36DD36EF-14EE-4612-BC86-970CD332F46F}" destId="{57984AFF-0728-4F72-BCFD-96C40F0483D4}" srcOrd="0" destOrd="0" presId="urn:microsoft.com/office/officeart/2005/8/layout/hierarchy1"/>
    <dgm:cxn modelId="{451AE078-411B-4A04-B128-65C3C6CC34F4}" type="presOf" srcId="{E79DA550-D2BF-48A3-9476-4CE90C420374}" destId="{1FB3D6C9-C245-486E-A0C8-8CE25EECDE90}" srcOrd="0" destOrd="0" presId="urn:microsoft.com/office/officeart/2005/8/layout/hierarchy1"/>
    <dgm:cxn modelId="{C7153D93-13E0-43FF-8D6C-5AB278E31001}" type="presOf" srcId="{7BF169F7-B178-4DFA-9D7C-3FC3AA705AE1}" destId="{EFB3A5FA-AA91-4648-A839-FF0D6D871D06}" srcOrd="0" destOrd="0" presId="urn:microsoft.com/office/officeart/2005/8/layout/hierarchy1"/>
    <dgm:cxn modelId="{99B3CFA2-DBDB-4F49-9728-09A73E645733}" type="presOf" srcId="{09CB3FA0-70BB-49BF-9996-B287EB4476B5}" destId="{49D22D38-7326-4929-B829-660F0DA79DD6}" srcOrd="0" destOrd="0" presId="urn:microsoft.com/office/officeart/2005/8/layout/hierarchy1"/>
    <dgm:cxn modelId="{C07EA2B7-9623-4713-B35F-52D324C88E43}" srcId="{551ABFB6-9D3E-402D-AB97-3F345D0A0501}" destId="{C443D51F-C2BC-44C2-BC67-27273DD36F8F}" srcOrd="0" destOrd="0" parTransId="{73D8E09B-BCD8-4EF4-A8CB-7B2FF8A8840A}" sibTransId="{0078D0B4-6F8F-479D-99CD-19062350E490}"/>
    <dgm:cxn modelId="{5CE5D0BA-7015-43EF-A488-8AD4B7624027}" type="presOf" srcId="{FF5B81F4-5A3B-4419-95D2-E3E6512363F3}" destId="{5CBD8B48-EFB8-404F-AFED-B82FF9D3C8F2}" srcOrd="0" destOrd="0" presId="urn:microsoft.com/office/officeart/2005/8/layout/hierarchy1"/>
    <dgm:cxn modelId="{BBFBF4C5-817F-4EFC-B34E-B52B9D36494E}" srcId="{C443D51F-C2BC-44C2-BC67-27273DD36F8F}" destId="{675FA99F-CBEF-4B0C-9B94-80727ACBB747}" srcOrd="4" destOrd="0" parTransId="{1048909F-D5EC-451C-B373-1FBA93EC022F}" sibTransId="{CE40B6ED-1D88-4335-A880-2942D5203687}"/>
    <dgm:cxn modelId="{E964C1C9-C517-48C4-AF89-35C90AF08061}" type="presOf" srcId="{E2B964C7-8703-4E50-B779-9610E7A30485}" destId="{8B7EB4F9-B28F-4E8C-A69B-1233678E5303}" srcOrd="0" destOrd="0" presId="urn:microsoft.com/office/officeart/2005/8/layout/hierarchy1"/>
    <dgm:cxn modelId="{97D5F4DF-9855-4569-9F67-E612DC2BE160}" srcId="{C443D51F-C2BC-44C2-BC67-27273DD36F8F}" destId="{FF5B81F4-5A3B-4419-95D2-E3E6512363F3}" srcOrd="3" destOrd="0" parTransId="{E79DA550-D2BF-48A3-9476-4CE90C420374}" sibTransId="{F121DE25-964C-443D-BF23-E9D7D40B51E1}"/>
    <dgm:cxn modelId="{241D0EE2-D630-443D-965F-30ED2371C209}" srcId="{C443D51F-C2BC-44C2-BC67-27273DD36F8F}" destId="{7BF169F7-B178-4DFA-9D7C-3FC3AA705AE1}" srcOrd="1" destOrd="0" parTransId="{4FA54CB1-DE12-4E68-9430-B5BEF20F1B8D}" sibTransId="{409A4D1B-0C74-4417-A327-A4E13315658D}"/>
    <dgm:cxn modelId="{4401CEE3-8ACB-480E-83EA-FA2AF0158F9E}" type="presOf" srcId="{4FA54CB1-DE12-4E68-9430-B5BEF20F1B8D}" destId="{60DD2E66-096A-46FC-B184-D43D9C6A3E95}" srcOrd="0" destOrd="0" presId="urn:microsoft.com/office/officeart/2005/8/layout/hierarchy1"/>
    <dgm:cxn modelId="{F2407BE4-F7BA-40B1-B935-FDA1DF3C011D}" type="presOf" srcId="{C443D51F-C2BC-44C2-BC67-27273DD36F8F}" destId="{EA81611B-81F9-4B92-9824-91AF1096B363}" srcOrd="0" destOrd="0" presId="urn:microsoft.com/office/officeart/2005/8/layout/hierarchy1"/>
    <dgm:cxn modelId="{F2FFD545-F4F9-4AF9-908D-6CFE7242FFF3}" type="presParOf" srcId="{96F69C5F-97CD-4439-B334-F91EEC618377}" destId="{984D3DCC-AD9E-4D89-AD8C-D197B3C1D592}" srcOrd="0" destOrd="0" presId="urn:microsoft.com/office/officeart/2005/8/layout/hierarchy1"/>
    <dgm:cxn modelId="{2E81E6B3-056E-4465-8668-B0AC58402218}" type="presParOf" srcId="{984D3DCC-AD9E-4D89-AD8C-D197B3C1D592}" destId="{F2129052-971F-42BB-9DBD-1BBE70902D43}" srcOrd="0" destOrd="0" presId="urn:microsoft.com/office/officeart/2005/8/layout/hierarchy1"/>
    <dgm:cxn modelId="{1ABD035C-3383-4358-8A87-C0A7D19086AA}" type="presParOf" srcId="{F2129052-971F-42BB-9DBD-1BBE70902D43}" destId="{5D1FEA45-FB42-445C-93AC-53F8A3B070C4}" srcOrd="0" destOrd="0" presId="urn:microsoft.com/office/officeart/2005/8/layout/hierarchy1"/>
    <dgm:cxn modelId="{BDD74BEC-7ABA-4368-B695-6620609A77CE}" type="presParOf" srcId="{F2129052-971F-42BB-9DBD-1BBE70902D43}" destId="{EA81611B-81F9-4B92-9824-91AF1096B363}" srcOrd="1" destOrd="0" presId="urn:microsoft.com/office/officeart/2005/8/layout/hierarchy1"/>
    <dgm:cxn modelId="{65AE159D-8AC3-419C-9597-2B5E53374B3A}" type="presParOf" srcId="{984D3DCC-AD9E-4D89-AD8C-D197B3C1D592}" destId="{E424DF4C-DEC0-44B9-A3A2-D8F56921093A}" srcOrd="1" destOrd="0" presId="urn:microsoft.com/office/officeart/2005/8/layout/hierarchy1"/>
    <dgm:cxn modelId="{2CB7D187-3A35-4B56-8BF0-EB7F4F873185}" type="presParOf" srcId="{E424DF4C-DEC0-44B9-A3A2-D8F56921093A}" destId="{49D22D38-7326-4929-B829-660F0DA79DD6}" srcOrd="0" destOrd="0" presId="urn:microsoft.com/office/officeart/2005/8/layout/hierarchy1"/>
    <dgm:cxn modelId="{865A318D-16EF-4E74-8524-709EB6FA4CAB}" type="presParOf" srcId="{E424DF4C-DEC0-44B9-A3A2-D8F56921093A}" destId="{00450A53-5C9E-4B08-B7EC-D777CE889F8A}" srcOrd="1" destOrd="0" presId="urn:microsoft.com/office/officeart/2005/8/layout/hierarchy1"/>
    <dgm:cxn modelId="{E9133647-2ADA-4FE2-92EC-E1AC0DB8B4B6}" type="presParOf" srcId="{00450A53-5C9E-4B08-B7EC-D777CE889F8A}" destId="{DB4DDD17-67DB-4175-9910-74F2D6A3D801}" srcOrd="0" destOrd="0" presId="urn:microsoft.com/office/officeart/2005/8/layout/hierarchy1"/>
    <dgm:cxn modelId="{C6D79CC4-FB92-4732-B74F-ADFFBCD42486}" type="presParOf" srcId="{DB4DDD17-67DB-4175-9910-74F2D6A3D801}" destId="{8532BBC2-9323-410F-B8E9-A67F762B7BD5}" srcOrd="0" destOrd="0" presId="urn:microsoft.com/office/officeart/2005/8/layout/hierarchy1"/>
    <dgm:cxn modelId="{400358D0-8217-4B4F-9082-6675CB98723D}" type="presParOf" srcId="{DB4DDD17-67DB-4175-9910-74F2D6A3D801}" destId="{8B7EB4F9-B28F-4E8C-A69B-1233678E5303}" srcOrd="1" destOrd="0" presId="urn:microsoft.com/office/officeart/2005/8/layout/hierarchy1"/>
    <dgm:cxn modelId="{D2921B73-E80F-4535-95F5-F88C0E37BFA7}" type="presParOf" srcId="{00450A53-5C9E-4B08-B7EC-D777CE889F8A}" destId="{EDDD5AA8-16C2-4DF7-95FD-6D5620066ABD}" srcOrd="1" destOrd="0" presId="urn:microsoft.com/office/officeart/2005/8/layout/hierarchy1"/>
    <dgm:cxn modelId="{FAC77F27-1F02-4A93-8A00-883B13092A70}" type="presParOf" srcId="{E424DF4C-DEC0-44B9-A3A2-D8F56921093A}" destId="{60DD2E66-096A-46FC-B184-D43D9C6A3E95}" srcOrd="2" destOrd="0" presId="urn:microsoft.com/office/officeart/2005/8/layout/hierarchy1"/>
    <dgm:cxn modelId="{B03BB721-C4E2-4001-9BFC-CA8026729230}" type="presParOf" srcId="{E424DF4C-DEC0-44B9-A3A2-D8F56921093A}" destId="{46D17710-687D-4DAE-B24B-22A0E64F3B13}" srcOrd="3" destOrd="0" presId="urn:microsoft.com/office/officeart/2005/8/layout/hierarchy1"/>
    <dgm:cxn modelId="{5C8051CE-8EBB-4F12-965B-6FA2C9C78656}" type="presParOf" srcId="{46D17710-687D-4DAE-B24B-22A0E64F3B13}" destId="{527F1A74-0383-428D-949D-0629D890796F}" srcOrd="0" destOrd="0" presId="urn:microsoft.com/office/officeart/2005/8/layout/hierarchy1"/>
    <dgm:cxn modelId="{8CEA75BD-BA69-4E1C-AF1A-ADE814195A56}" type="presParOf" srcId="{527F1A74-0383-428D-949D-0629D890796F}" destId="{1E854684-BFB0-40A7-91B8-588F0047E6D3}" srcOrd="0" destOrd="0" presId="urn:microsoft.com/office/officeart/2005/8/layout/hierarchy1"/>
    <dgm:cxn modelId="{FB015C3A-6AC4-42D9-9C38-BE7E705360D5}" type="presParOf" srcId="{527F1A74-0383-428D-949D-0629D890796F}" destId="{EFB3A5FA-AA91-4648-A839-FF0D6D871D06}" srcOrd="1" destOrd="0" presId="urn:microsoft.com/office/officeart/2005/8/layout/hierarchy1"/>
    <dgm:cxn modelId="{4DAB48A9-B219-4BB8-9899-5287E20CC976}" type="presParOf" srcId="{46D17710-687D-4DAE-B24B-22A0E64F3B13}" destId="{D8EC7A5E-34DD-4C84-B8CB-79E53C5C52F3}" srcOrd="1" destOrd="0" presId="urn:microsoft.com/office/officeart/2005/8/layout/hierarchy1"/>
    <dgm:cxn modelId="{49FAB00A-160F-425F-9409-4ED6E4B7BBFF}" type="presParOf" srcId="{E424DF4C-DEC0-44B9-A3A2-D8F56921093A}" destId="{57984AFF-0728-4F72-BCFD-96C40F0483D4}" srcOrd="4" destOrd="0" presId="urn:microsoft.com/office/officeart/2005/8/layout/hierarchy1"/>
    <dgm:cxn modelId="{CD20FF83-E1AE-4D12-B936-9BF64DDB0BE6}" type="presParOf" srcId="{E424DF4C-DEC0-44B9-A3A2-D8F56921093A}" destId="{31409CB9-46E1-4710-8373-E0422C16894F}" srcOrd="5" destOrd="0" presId="urn:microsoft.com/office/officeart/2005/8/layout/hierarchy1"/>
    <dgm:cxn modelId="{8A59DB55-AB77-44F4-8286-495F542A4FAE}" type="presParOf" srcId="{31409CB9-46E1-4710-8373-E0422C16894F}" destId="{02BD9F6F-100C-42DE-AA67-66CB7FE32863}" srcOrd="0" destOrd="0" presId="urn:microsoft.com/office/officeart/2005/8/layout/hierarchy1"/>
    <dgm:cxn modelId="{D6BDD2D3-EE62-4C72-BBA5-C9F25258E437}" type="presParOf" srcId="{02BD9F6F-100C-42DE-AA67-66CB7FE32863}" destId="{80226EA3-817F-4FEA-BFDE-5A78A082ACDD}" srcOrd="0" destOrd="0" presId="urn:microsoft.com/office/officeart/2005/8/layout/hierarchy1"/>
    <dgm:cxn modelId="{BFD62A69-1864-4ABE-AD49-21106ED096A5}" type="presParOf" srcId="{02BD9F6F-100C-42DE-AA67-66CB7FE32863}" destId="{C2262AA2-4694-4CFD-BD4D-BC392B9A0A01}" srcOrd="1" destOrd="0" presId="urn:microsoft.com/office/officeart/2005/8/layout/hierarchy1"/>
    <dgm:cxn modelId="{02333C75-E678-47E9-A566-D2A314D773D2}" type="presParOf" srcId="{31409CB9-46E1-4710-8373-E0422C16894F}" destId="{F55C0EDE-1B68-4693-865E-995C96E4E7C8}" srcOrd="1" destOrd="0" presId="urn:microsoft.com/office/officeart/2005/8/layout/hierarchy1"/>
    <dgm:cxn modelId="{08D65BE2-B7C8-4AF5-A5B9-80A47EA8BF3C}" type="presParOf" srcId="{E424DF4C-DEC0-44B9-A3A2-D8F56921093A}" destId="{1FB3D6C9-C245-486E-A0C8-8CE25EECDE90}" srcOrd="6" destOrd="0" presId="urn:microsoft.com/office/officeart/2005/8/layout/hierarchy1"/>
    <dgm:cxn modelId="{E9038F05-01B6-456C-A395-3FF11DF71869}" type="presParOf" srcId="{E424DF4C-DEC0-44B9-A3A2-D8F56921093A}" destId="{91B69586-1033-4D1D-861C-5FDADBFD0147}" srcOrd="7" destOrd="0" presId="urn:microsoft.com/office/officeart/2005/8/layout/hierarchy1"/>
    <dgm:cxn modelId="{171173AA-100A-40EB-AA15-718861A0D4C4}" type="presParOf" srcId="{91B69586-1033-4D1D-861C-5FDADBFD0147}" destId="{167537E1-1A3C-45F4-8153-F4C84B95EB2F}" srcOrd="0" destOrd="0" presId="urn:microsoft.com/office/officeart/2005/8/layout/hierarchy1"/>
    <dgm:cxn modelId="{F34AA5CA-2B51-4D63-BDE6-1B7574DE40C4}" type="presParOf" srcId="{167537E1-1A3C-45F4-8153-F4C84B95EB2F}" destId="{C56D825C-D5CA-4789-BAEC-E5DF564BECDB}" srcOrd="0" destOrd="0" presId="urn:microsoft.com/office/officeart/2005/8/layout/hierarchy1"/>
    <dgm:cxn modelId="{4FDDD280-F30D-4AAF-9883-1C51D71ED59C}" type="presParOf" srcId="{167537E1-1A3C-45F4-8153-F4C84B95EB2F}" destId="{5CBD8B48-EFB8-404F-AFED-B82FF9D3C8F2}" srcOrd="1" destOrd="0" presId="urn:microsoft.com/office/officeart/2005/8/layout/hierarchy1"/>
    <dgm:cxn modelId="{4156ECBF-E167-4D8C-BF02-B7C820BD72D3}" type="presParOf" srcId="{91B69586-1033-4D1D-861C-5FDADBFD0147}" destId="{72B74460-6CAA-4504-8927-F82BFAA469A3}" srcOrd="1" destOrd="0" presId="urn:microsoft.com/office/officeart/2005/8/layout/hierarchy1"/>
    <dgm:cxn modelId="{49F3CC68-CC1E-47AF-939E-17337B962965}" type="presParOf" srcId="{E424DF4C-DEC0-44B9-A3A2-D8F56921093A}" destId="{6FBA49E8-1D8B-477E-9C09-C8FFCF2FCC09}" srcOrd="8" destOrd="0" presId="urn:microsoft.com/office/officeart/2005/8/layout/hierarchy1"/>
    <dgm:cxn modelId="{6AF75A7A-6254-4C85-BA4B-02F047779D81}" type="presParOf" srcId="{E424DF4C-DEC0-44B9-A3A2-D8F56921093A}" destId="{21BBC33D-1636-4C16-9CAC-DBCE26AAAD50}" srcOrd="9" destOrd="0" presId="urn:microsoft.com/office/officeart/2005/8/layout/hierarchy1"/>
    <dgm:cxn modelId="{25D786CC-F6BB-4875-947A-4C0FCD55DEAF}" type="presParOf" srcId="{21BBC33D-1636-4C16-9CAC-DBCE26AAAD50}" destId="{2FC60A9D-FC11-4F5C-B746-26A601CE89BF}" srcOrd="0" destOrd="0" presId="urn:microsoft.com/office/officeart/2005/8/layout/hierarchy1"/>
    <dgm:cxn modelId="{B22F16C2-5663-45E2-B30A-035D8E32899A}" type="presParOf" srcId="{2FC60A9D-FC11-4F5C-B746-26A601CE89BF}" destId="{50166DBA-862C-43D2-849E-D0624FBCD90B}" srcOrd="0" destOrd="0" presId="urn:microsoft.com/office/officeart/2005/8/layout/hierarchy1"/>
    <dgm:cxn modelId="{FE75377E-6727-4059-B14B-AD2D45ADA202}" type="presParOf" srcId="{2FC60A9D-FC11-4F5C-B746-26A601CE89BF}" destId="{4CAF91A4-0E44-4B68-895D-E9BC0230B973}" srcOrd="1" destOrd="0" presId="urn:microsoft.com/office/officeart/2005/8/layout/hierarchy1"/>
    <dgm:cxn modelId="{D00CE1CB-B82A-418E-8324-8A50CB80E391}" type="presParOf" srcId="{21BBC33D-1636-4C16-9CAC-DBCE26AAAD50}" destId="{BA896533-C34F-40CB-B427-32D7147F5FF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282E5C-BE62-4EE9-B340-D9373CADD13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832B2C9C-AAD9-43E2-AFB3-8C518E22E231}">
      <dgm:prSet/>
      <dgm:spPr/>
      <dgm:t>
        <a:bodyPr/>
        <a:lstStyle/>
        <a:p>
          <a:r>
            <a:rPr lang="en-US" b="1" dirty="0"/>
            <a:t>Data</a:t>
          </a:r>
          <a:r>
            <a:rPr lang="en-US" dirty="0"/>
            <a:t> refers to recorded facts, values or observations.</a:t>
          </a:r>
        </a:p>
      </dgm:t>
    </dgm:pt>
    <dgm:pt modelId="{BFE0BB9A-B141-4338-857E-FC542565854C}" type="parTrans" cxnId="{E3ECA863-5166-4AA5-97E5-20D55592F5A6}">
      <dgm:prSet/>
      <dgm:spPr/>
      <dgm:t>
        <a:bodyPr/>
        <a:lstStyle/>
        <a:p>
          <a:endParaRPr lang="en-US"/>
        </a:p>
      </dgm:t>
    </dgm:pt>
    <dgm:pt modelId="{804B3165-01F8-4326-B19B-37409A1D071E}" type="sibTrans" cxnId="{E3ECA863-5166-4AA5-97E5-20D55592F5A6}">
      <dgm:prSet/>
      <dgm:spPr/>
      <dgm:t>
        <a:bodyPr/>
        <a:lstStyle/>
        <a:p>
          <a:endParaRPr lang="en-US"/>
        </a:p>
      </dgm:t>
    </dgm:pt>
    <dgm:pt modelId="{E64BD2FC-6CC8-4F14-A66B-727C584980C4}">
      <dgm:prSet/>
      <dgm:spPr/>
      <dgm:t>
        <a:bodyPr/>
        <a:lstStyle/>
        <a:p>
          <a:r>
            <a:rPr lang="en-US"/>
            <a:t>Data may be written on paper, stored in a spreadsheet, kept in a database or collected by a computer system.</a:t>
          </a:r>
        </a:p>
      </dgm:t>
    </dgm:pt>
    <dgm:pt modelId="{D91940DD-31B3-42EE-A571-C3A72848D656}" type="parTrans" cxnId="{BF685487-F60C-473D-A32C-AAC724EBE444}">
      <dgm:prSet/>
      <dgm:spPr/>
      <dgm:t>
        <a:bodyPr/>
        <a:lstStyle/>
        <a:p>
          <a:endParaRPr lang="en-US"/>
        </a:p>
      </dgm:t>
    </dgm:pt>
    <dgm:pt modelId="{315B8000-810B-413F-8814-BCF4F3B826D9}" type="sibTrans" cxnId="{BF685487-F60C-473D-A32C-AAC724EBE444}">
      <dgm:prSet/>
      <dgm:spPr/>
      <dgm:t>
        <a:bodyPr/>
        <a:lstStyle/>
        <a:p>
          <a:endParaRPr lang="en-US"/>
        </a:p>
      </dgm:t>
    </dgm:pt>
    <dgm:pt modelId="{1AE47D27-7D24-4B56-B484-14C482410018}">
      <dgm:prSet/>
      <dgm:spPr/>
      <dgm:t>
        <a:bodyPr/>
        <a:lstStyle/>
        <a:p>
          <a:r>
            <a:rPr lang="en-US"/>
            <a:t>Data is useful, but it often needs to be organised and interpreted before it can answer a question.</a:t>
          </a:r>
        </a:p>
      </dgm:t>
    </dgm:pt>
    <dgm:pt modelId="{BA911FB4-CADB-46C6-A79F-4E7C160809E7}" type="parTrans" cxnId="{2F39FC7E-4BED-4105-8B0F-B7D81E86FDE6}">
      <dgm:prSet/>
      <dgm:spPr/>
      <dgm:t>
        <a:bodyPr/>
        <a:lstStyle/>
        <a:p>
          <a:endParaRPr lang="en-US"/>
        </a:p>
      </dgm:t>
    </dgm:pt>
    <dgm:pt modelId="{27CD84F4-FB6E-4356-8337-538F3397758F}" type="sibTrans" cxnId="{2F39FC7E-4BED-4105-8B0F-B7D81E86FDE6}">
      <dgm:prSet/>
      <dgm:spPr/>
      <dgm:t>
        <a:bodyPr/>
        <a:lstStyle/>
        <a:p>
          <a:endParaRPr lang="en-US"/>
        </a:p>
      </dgm:t>
    </dgm:pt>
    <dgm:pt modelId="{00B33DCB-97B3-4601-8840-6DA1F849ED75}" type="pres">
      <dgm:prSet presAssocID="{CD282E5C-BE62-4EE9-B340-D9373CADD138}" presName="root" presStyleCnt="0">
        <dgm:presLayoutVars>
          <dgm:dir/>
          <dgm:resizeHandles val="exact"/>
        </dgm:presLayoutVars>
      </dgm:prSet>
      <dgm:spPr/>
    </dgm:pt>
    <dgm:pt modelId="{C894BC52-EE1D-4FD0-8E19-F8B41CC1DEF9}" type="pres">
      <dgm:prSet presAssocID="{832B2C9C-AAD9-43E2-AFB3-8C518E22E231}" presName="compNode" presStyleCnt="0"/>
      <dgm:spPr/>
    </dgm:pt>
    <dgm:pt modelId="{E79745D5-2B18-40AC-A61F-6AFADE665912}" type="pres">
      <dgm:prSet presAssocID="{832B2C9C-AAD9-43E2-AFB3-8C518E22E231}" presName="bgRect" presStyleLbl="bgShp" presStyleIdx="0" presStyleCnt="3"/>
      <dgm:spPr/>
    </dgm:pt>
    <dgm:pt modelId="{7C9AD96C-3C76-496D-A80C-38A0DA71DF13}" type="pres">
      <dgm:prSet presAssocID="{832B2C9C-AAD9-43E2-AFB3-8C518E22E231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FA25D16-5863-46C6-8F2E-111027C420C3}" type="pres">
      <dgm:prSet presAssocID="{832B2C9C-AAD9-43E2-AFB3-8C518E22E231}" presName="spaceRect" presStyleCnt="0"/>
      <dgm:spPr/>
    </dgm:pt>
    <dgm:pt modelId="{7C471B93-6326-4957-9B8F-0AD59CD49EA4}" type="pres">
      <dgm:prSet presAssocID="{832B2C9C-AAD9-43E2-AFB3-8C518E22E231}" presName="parTx" presStyleLbl="revTx" presStyleIdx="0" presStyleCnt="3">
        <dgm:presLayoutVars>
          <dgm:chMax val="0"/>
          <dgm:chPref val="0"/>
        </dgm:presLayoutVars>
      </dgm:prSet>
      <dgm:spPr/>
    </dgm:pt>
    <dgm:pt modelId="{B907CADB-10B4-41B6-9CC0-CC51503B70DB}" type="pres">
      <dgm:prSet presAssocID="{804B3165-01F8-4326-B19B-37409A1D071E}" presName="sibTrans" presStyleCnt="0"/>
      <dgm:spPr/>
    </dgm:pt>
    <dgm:pt modelId="{4EBA46E5-0F24-444F-B500-7388FE553445}" type="pres">
      <dgm:prSet presAssocID="{E64BD2FC-6CC8-4F14-A66B-727C584980C4}" presName="compNode" presStyleCnt="0"/>
      <dgm:spPr/>
    </dgm:pt>
    <dgm:pt modelId="{4696F320-7E3F-4724-9604-D71DFEF37648}" type="pres">
      <dgm:prSet presAssocID="{E64BD2FC-6CC8-4F14-A66B-727C584980C4}" presName="bgRect" presStyleLbl="bgShp" presStyleIdx="1" presStyleCnt="3"/>
      <dgm:spPr/>
    </dgm:pt>
    <dgm:pt modelId="{1824CDE1-4362-4141-A66A-E48D87410138}" type="pres">
      <dgm:prSet presAssocID="{E64BD2FC-6CC8-4F14-A66B-727C584980C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7F6D875-E5F8-454C-83C4-7D80A6AF87A0}" type="pres">
      <dgm:prSet presAssocID="{E64BD2FC-6CC8-4F14-A66B-727C584980C4}" presName="spaceRect" presStyleCnt="0"/>
      <dgm:spPr/>
    </dgm:pt>
    <dgm:pt modelId="{CEEE9281-7DFB-408B-A351-C961E6128672}" type="pres">
      <dgm:prSet presAssocID="{E64BD2FC-6CC8-4F14-A66B-727C584980C4}" presName="parTx" presStyleLbl="revTx" presStyleIdx="1" presStyleCnt="3">
        <dgm:presLayoutVars>
          <dgm:chMax val="0"/>
          <dgm:chPref val="0"/>
        </dgm:presLayoutVars>
      </dgm:prSet>
      <dgm:spPr/>
    </dgm:pt>
    <dgm:pt modelId="{6BC30A80-5E71-46C5-953E-306E3D718432}" type="pres">
      <dgm:prSet presAssocID="{315B8000-810B-413F-8814-BCF4F3B826D9}" presName="sibTrans" presStyleCnt="0"/>
      <dgm:spPr/>
    </dgm:pt>
    <dgm:pt modelId="{A82265EC-9500-4F42-80D6-53B2D7F15613}" type="pres">
      <dgm:prSet presAssocID="{1AE47D27-7D24-4B56-B484-14C482410018}" presName="compNode" presStyleCnt="0"/>
      <dgm:spPr/>
    </dgm:pt>
    <dgm:pt modelId="{2F3D51D2-0BEE-4460-A836-F4A1C99B5A0E}" type="pres">
      <dgm:prSet presAssocID="{1AE47D27-7D24-4B56-B484-14C482410018}" presName="bgRect" presStyleLbl="bgShp" presStyleIdx="2" presStyleCnt="3"/>
      <dgm:spPr/>
    </dgm:pt>
    <dgm:pt modelId="{0A9E6C4F-4A44-42C0-A558-145DBDC34E4E}" type="pres">
      <dgm:prSet presAssocID="{1AE47D27-7D24-4B56-B484-14C48241001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9E637250-5AEA-4C94-B6FB-A350826032CF}" type="pres">
      <dgm:prSet presAssocID="{1AE47D27-7D24-4B56-B484-14C482410018}" presName="spaceRect" presStyleCnt="0"/>
      <dgm:spPr/>
    </dgm:pt>
    <dgm:pt modelId="{0AAE1A35-D85D-45BE-B0E4-D26C4B1E838F}" type="pres">
      <dgm:prSet presAssocID="{1AE47D27-7D24-4B56-B484-14C482410018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E3ECA863-5166-4AA5-97E5-20D55592F5A6}" srcId="{CD282E5C-BE62-4EE9-B340-D9373CADD138}" destId="{832B2C9C-AAD9-43E2-AFB3-8C518E22E231}" srcOrd="0" destOrd="0" parTransId="{BFE0BB9A-B141-4338-857E-FC542565854C}" sibTransId="{804B3165-01F8-4326-B19B-37409A1D071E}"/>
    <dgm:cxn modelId="{341BB649-50D3-49B5-A771-8C55AF469D54}" type="presOf" srcId="{CD282E5C-BE62-4EE9-B340-D9373CADD138}" destId="{00B33DCB-97B3-4601-8840-6DA1F849ED75}" srcOrd="0" destOrd="0" presId="urn:microsoft.com/office/officeart/2018/2/layout/IconVerticalSolidList"/>
    <dgm:cxn modelId="{DDACF578-E320-473F-8E7A-D0297660D119}" type="presOf" srcId="{1AE47D27-7D24-4B56-B484-14C482410018}" destId="{0AAE1A35-D85D-45BE-B0E4-D26C4B1E838F}" srcOrd="0" destOrd="0" presId="urn:microsoft.com/office/officeart/2018/2/layout/IconVerticalSolidList"/>
    <dgm:cxn modelId="{2F39FC7E-4BED-4105-8B0F-B7D81E86FDE6}" srcId="{CD282E5C-BE62-4EE9-B340-D9373CADD138}" destId="{1AE47D27-7D24-4B56-B484-14C482410018}" srcOrd="2" destOrd="0" parTransId="{BA911FB4-CADB-46C6-A79F-4E7C160809E7}" sibTransId="{27CD84F4-FB6E-4356-8337-538F3397758F}"/>
    <dgm:cxn modelId="{BF685487-F60C-473D-A32C-AAC724EBE444}" srcId="{CD282E5C-BE62-4EE9-B340-D9373CADD138}" destId="{E64BD2FC-6CC8-4F14-A66B-727C584980C4}" srcOrd="1" destOrd="0" parTransId="{D91940DD-31B3-42EE-A571-C3A72848D656}" sibTransId="{315B8000-810B-413F-8814-BCF4F3B826D9}"/>
    <dgm:cxn modelId="{75C45F98-F2EE-4C74-A126-D59987F51B33}" type="presOf" srcId="{E64BD2FC-6CC8-4F14-A66B-727C584980C4}" destId="{CEEE9281-7DFB-408B-A351-C961E6128672}" srcOrd="0" destOrd="0" presId="urn:microsoft.com/office/officeart/2018/2/layout/IconVerticalSolidList"/>
    <dgm:cxn modelId="{EE636FBE-7DAA-4EC4-A74A-3DE1BCF80994}" type="presOf" srcId="{832B2C9C-AAD9-43E2-AFB3-8C518E22E231}" destId="{7C471B93-6326-4957-9B8F-0AD59CD49EA4}" srcOrd="0" destOrd="0" presId="urn:microsoft.com/office/officeart/2018/2/layout/IconVerticalSolidList"/>
    <dgm:cxn modelId="{63A823B9-7B57-437A-9065-2F9AB4E78267}" type="presParOf" srcId="{00B33DCB-97B3-4601-8840-6DA1F849ED75}" destId="{C894BC52-EE1D-4FD0-8E19-F8B41CC1DEF9}" srcOrd="0" destOrd="0" presId="urn:microsoft.com/office/officeart/2018/2/layout/IconVerticalSolidList"/>
    <dgm:cxn modelId="{9D1ADEA4-173B-4F57-93E4-BED5C1A4467A}" type="presParOf" srcId="{C894BC52-EE1D-4FD0-8E19-F8B41CC1DEF9}" destId="{E79745D5-2B18-40AC-A61F-6AFADE665912}" srcOrd="0" destOrd="0" presId="urn:microsoft.com/office/officeart/2018/2/layout/IconVerticalSolidList"/>
    <dgm:cxn modelId="{8B96FE09-87F9-43E1-9D3F-AC3762C94189}" type="presParOf" srcId="{C894BC52-EE1D-4FD0-8E19-F8B41CC1DEF9}" destId="{7C9AD96C-3C76-496D-A80C-38A0DA71DF13}" srcOrd="1" destOrd="0" presId="urn:microsoft.com/office/officeart/2018/2/layout/IconVerticalSolidList"/>
    <dgm:cxn modelId="{16C26101-291B-43C2-B3D9-A2D13EAF1C58}" type="presParOf" srcId="{C894BC52-EE1D-4FD0-8E19-F8B41CC1DEF9}" destId="{5FA25D16-5863-46C6-8F2E-111027C420C3}" srcOrd="2" destOrd="0" presId="urn:microsoft.com/office/officeart/2018/2/layout/IconVerticalSolidList"/>
    <dgm:cxn modelId="{0F044341-0456-4A48-BEA3-EF479E5E3879}" type="presParOf" srcId="{C894BC52-EE1D-4FD0-8E19-F8B41CC1DEF9}" destId="{7C471B93-6326-4957-9B8F-0AD59CD49EA4}" srcOrd="3" destOrd="0" presId="urn:microsoft.com/office/officeart/2018/2/layout/IconVerticalSolidList"/>
    <dgm:cxn modelId="{4B992537-5C55-40AD-BB24-0DB48EF0780C}" type="presParOf" srcId="{00B33DCB-97B3-4601-8840-6DA1F849ED75}" destId="{B907CADB-10B4-41B6-9CC0-CC51503B70DB}" srcOrd="1" destOrd="0" presId="urn:microsoft.com/office/officeart/2018/2/layout/IconVerticalSolidList"/>
    <dgm:cxn modelId="{58532A1A-A213-44EC-A073-EEB0AEFF61DE}" type="presParOf" srcId="{00B33DCB-97B3-4601-8840-6DA1F849ED75}" destId="{4EBA46E5-0F24-444F-B500-7388FE553445}" srcOrd="2" destOrd="0" presId="urn:microsoft.com/office/officeart/2018/2/layout/IconVerticalSolidList"/>
    <dgm:cxn modelId="{E2B87066-BA1C-4C00-BFE3-69BDF7927C3B}" type="presParOf" srcId="{4EBA46E5-0F24-444F-B500-7388FE553445}" destId="{4696F320-7E3F-4724-9604-D71DFEF37648}" srcOrd="0" destOrd="0" presId="urn:microsoft.com/office/officeart/2018/2/layout/IconVerticalSolidList"/>
    <dgm:cxn modelId="{6161DDDA-C707-487B-9812-E19728A6763A}" type="presParOf" srcId="{4EBA46E5-0F24-444F-B500-7388FE553445}" destId="{1824CDE1-4362-4141-A66A-E48D87410138}" srcOrd="1" destOrd="0" presId="urn:microsoft.com/office/officeart/2018/2/layout/IconVerticalSolidList"/>
    <dgm:cxn modelId="{88D0483C-183B-4AC9-BE33-E29AA1C7F329}" type="presParOf" srcId="{4EBA46E5-0F24-444F-B500-7388FE553445}" destId="{C7F6D875-E5F8-454C-83C4-7D80A6AF87A0}" srcOrd="2" destOrd="0" presId="urn:microsoft.com/office/officeart/2018/2/layout/IconVerticalSolidList"/>
    <dgm:cxn modelId="{0A349428-98FA-400B-9027-8606B925951B}" type="presParOf" srcId="{4EBA46E5-0F24-444F-B500-7388FE553445}" destId="{CEEE9281-7DFB-408B-A351-C961E6128672}" srcOrd="3" destOrd="0" presId="urn:microsoft.com/office/officeart/2018/2/layout/IconVerticalSolidList"/>
    <dgm:cxn modelId="{B45941CC-0F56-49C1-A1E5-9DEE6EEDAEC5}" type="presParOf" srcId="{00B33DCB-97B3-4601-8840-6DA1F849ED75}" destId="{6BC30A80-5E71-46C5-953E-306E3D718432}" srcOrd="3" destOrd="0" presId="urn:microsoft.com/office/officeart/2018/2/layout/IconVerticalSolidList"/>
    <dgm:cxn modelId="{5A4DB0A3-29A2-4C7C-A66F-FF2EB20860E4}" type="presParOf" srcId="{00B33DCB-97B3-4601-8840-6DA1F849ED75}" destId="{A82265EC-9500-4F42-80D6-53B2D7F15613}" srcOrd="4" destOrd="0" presId="urn:microsoft.com/office/officeart/2018/2/layout/IconVerticalSolidList"/>
    <dgm:cxn modelId="{FE92EF5F-684B-422B-A598-806099ECC6B2}" type="presParOf" srcId="{A82265EC-9500-4F42-80D6-53B2D7F15613}" destId="{2F3D51D2-0BEE-4460-A836-F4A1C99B5A0E}" srcOrd="0" destOrd="0" presId="urn:microsoft.com/office/officeart/2018/2/layout/IconVerticalSolidList"/>
    <dgm:cxn modelId="{0E8B3DB5-101F-4B15-A11D-15F363100432}" type="presParOf" srcId="{A82265EC-9500-4F42-80D6-53B2D7F15613}" destId="{0A9E6C4F-4A44-42C0-A558-145DBDC34E4E}" srcOrd="1" destOrd="0" presId="urn:microsoft.com/office/officeart/2018/2/layout/IconVerticalSolidList"/>
    <dgm:cxn modelId="{3347AF63-3F5F-48DB-990D-180FCCB05927}" type="presParOf" srcId="{A82265EC-9500-4F42-80D6-53B2D7F15613}" destId="{9E637250-5AEA-4C94-B6FB-A350826032CF}" srcOrd="2" destOrd="0" presId="urn:microsoft.com/office/officeart/2018/2/layout/IconVerticalSolidList"/>
    <dgm:cxn modelId="{66206895-F337-47A7-BFF0-A6FBE5B6EC08}" type="presParOf" srcId="{A82265EC-9500-4F42-80D6-53B2D7F15613}" destId="{0AAE1A35-D85D-45BE-B0E4-D26C4B1E838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8687E9-B860-45A0-9E15-19BA0A9519F0}" type="doc">
      <dgm:prSet loTypeId="urn:microsoft.com/office/officeart/2008/layout/LinedList" loCatId="list" qsTypeId="urn:microsoft.com/office/officeart/2005/8/quickstyle/simple5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5F6ED26-3B94-4ABB-BDFD-F2707B358F0F}">
      <dgm:prSet/>
      <dgm:spPr/>
      <dgm:t>
        <a:bodyPr/>
        <a:lstStyle/>
        <a:p>
          <a:r>
            <a:rPr lang="en-US" dirty="0" err="1"/>
            <a:t>Organisations</a:t>
          </a:r>
          <a:r>
            <a:rPr lang="en-US" dirty="0"/>
            <a:t> manage data because they need to:</a:t>
          </a:r>
        </a:p>
      </dgm:t>
    </dgm:pt>
    <dgm:pt modelId="{99ADCF57-1723-4E3B-B57B-99B21A13D66F}" type="parTrans" cxnId="{09720D43-30DA-4E37-AEC9-97214CCC5F87}">
      <dgm:prSet/>
      <dgm:spPr/>
      <dgm:t>
        <a:bodyPr/>
        <a:lstStyle/>
        <a:p>
          <a:endParaRPr lang="en-US"/>
        </a:p>
      </dgm:t>
    </dgm:pt>
    <dgm:pt modelId="{B40031B0-71B9-4CBB-B990-1F9D47AF561A}" type="sibTrans" cxnId="{09720D43-30DA-4E37-AEC9-97214CCC5F87}">
      <dgm:prSet/>
      <dgm:spPr/>
      <dgm:t>
        <a:bodyPr/>
        <a:lstStyle/>
        <a:p>
          <a:endParaRPr lang="en-US"/>
        </a:p>
      </dgm:t>
    </dgm:pt>
    <dgm:pt modelId="{01B5EA86-B509-488B-8FA3-B5253A869DE6}">
      <dgm:prSet/>
      <dgm:spPr/>
      <dgm:t>
        <a:bodyPr/>
        <a:lstStyle/>
        <a:p>
          <a:r>
            <a:rPr lang="en-US"/>
            <a:t>Keep accurate records.</a:t>
          </a:r>
        </a:p>
      </dgm:t>
    </dgm:pt>
    <dgm:pt modelId="{E5459BEA-F13F-42BA-B9DF-AF88C0E7D651}" type="parTrans" cxnId="{0A53C556-6633-4F2C-9EAF-6A4896477581}">
      <dgm:prSet/>
      <dgm:spPr/>
      <dgm:t>
        <a:bodyPr/>
        <a:lstStyle/>
        <a:p>
          <a:endParaRPr lang="en-US"/>
        </a:p>
      </dgm:t>
    </dgm:pt>
    <dgm:pt modelId="{9A76BF33-5C98-4E00-B934-2851B3DCA006}" type="sibTrans" cxnId="{0A53C556-6633-4F2C-9EAF-6A4896477581}">
      <dgm:prSet/>
      <dgm:spPr/>
      <dgm:t>
        <a:bodyPr/>
        <a:lstStyle/>
        <a:p>
          <a:endParaRPr lang="en-US"/>
        </a:p>
      </dgm:t>
    </dgm:pt>
    <dgm:pt modelId="{BC96A565-6D00-4051-BC2C-499583D80027}">
      <dgm:prSet/>
      <dgm:spPr/>
      <dgm:t>
        <a:bodyPr/>
        <a:lstStyle/>
        <a:p>
          <a:r>
            <a:rPr lang="en-US" dirty="0"/>
            <a:t>Find information without wasting time.</a:t>
          </a:r>
        </a:p>
      </dgm:t>
    </dgm:pt>
    <dgm:pt modelId="{5CEB27DF-F2B9-4157-99FC-7A9BF4008648}" type="parTrans" cxnId="{32C211E2-4DA3-43C1-87F9-1FA193B80A28}">
      <dgm:prSet/>
      <dgm:spPr/>
      <dgm:t>
        <a:bodyPr/>
        <a:lstStyle/>
        <a:p>
          <a:endParaRPr lang="en-US"/>
        </a:p>
      </dgm:t>
    </dgm:pt>
    <dgm:pt modelId="{BB01E614-7EC6-4460-8958-18DDB08D7E77}" type="sibTrans" cxnId="{32C211E2-4DA3-43C1-87F9-1FA193B80A28}">
      <dgm:prSet/>
      <dgm:spPr/>
      <dgm:t>
        <a:bodyPr/>
        <a:lstStyle/>
        <a:p>
          <a:endParaRPr lang="en-US"/>
        </a:p>
      </dgm:t>
    </dgm:pt>
    <dgm:pt modelId="{E78E0A1E-95D1-45D8-BAF6-6272D7D2882B}">
      <dgm:prSet/>
      <dgm:spPr/>
      <dgm:t>
        <a:bodyPr/>
        <a:lstStyle/>
        <a:p>
          <a:r>
            <a:rPr lang="en-US"/>
            <a:t>Avoid unnecessary duplication.</a:t>
          </a:r>
        </a:p>
      </dgm:t>
    </dgm:pt>
    <dgm:pt modelId="{CDCD4D57-5D2D-42FE-865C-CE5E28DDA323}" type="parTrans" cxnId="{F8B9B8E8-6358-4F5E-BA0D-B8059CEA5360}">
      <dgm:prSet/>
      <dgm:spPr/>
      <dgm:t>
        <a:bodyPr/>
        <a:lstStyle/>
        <a:p>
          <a:endParaRPr lang="en-US"/>
        </a:p>
      </dgm:t>
    </dgm:pt>
    <dgm:pt modelId="{3FF4E2FA-3ED8-49EB-9165-426A9D82AFFE}" type="sibTrans" cxnId="{F8B9B8E8-6358-4F5E-BA0D-B8059CEA5360}">
      <dgm:prSet/>
      <dgm:spPr/>
      <dgm:t>
        <a:bodyPr/>
        <a:lstStyle/>
        <a:p>
          <a:endParaRPr lang="en-US"/>
        </a:p>
      </dgm:t>
    </dgm:pt>
    <dgm:pt modelId="{8A382E1A-662E-49D0-84DD-4CBC3EB263AB}">
      <dgm:prSet/>
      <dgm:spPr/>
      <dgm:t>
        <a:bodyPr/>
        <a:lstStyle/>
        <a:p>
          <a:r>
            <a:rPr lang="en-US"/>
            <a:t>Update records when circumstances change.</a:t>
          </a:r>
        </a:p>
      </dgm:t>
    </dgm:pt>
    <dgm:pt modelId="{33EEDDC9-8FD1-4BB3-A2E4-3B3889B95B24}" type="parTrans" cxnId="{4ABB0AEB-077A-44CB-9E24-709116A88392}">
      <dgm:prSet/>
      <dgm:spPr/>
      <dgm:t>
        <a:bodyPr/>
        <a:lstStyle/>
        <a:p>
          <a:endParaRPr lang="en-US"/>
        </a:p>
      </dgm:t>
    </dgm:pt>
    <dgm:pt modelId="{A8B68FEB-19C3-40C1-9005-2BE06E427D16}" type="sibTrans" cxnId="{4ABB0AEB-077A-44CB-9E24-709116A88392}">
      <dgm:prSet/>
      <dgm:spPr/>
      <dgm:t>
        <a:bodyPr/>
        <a:lstStyle/>
        <a:p>
          <a:endParaRPr lang="en-US"/>
        </a:p>
      </dgm:t>
    </dgm:pt>
    <dgm:pt modelId="{153C82AF-959D-4BD0-B1D8-B03AAD80C30C}">
      <dgm:prSet/>
      <dgm:spPr/>
      <dgm:t>
        <a:bodyPr/>
        <a:lstStyle/>
        <a:p>
          <a:r>
            <a:rPr lang="en-US"/>
            <a:t>Produce reports for planning and decision-making.</a:t>
          </a:r>
        </a:p>
      </dgm:t>
    </dgm:pt>
    <dgm:pt modelId="{D2F02340-A7BE-4DA9-8667-8DFFAB263843}" type="parTrans" cxnId="{9654225B-BF3B-49B8-8428-64E566AB2FF2}">
      <dgm:prSet/>
      <dgm:spPr/>
      <dgm:t>
        <a:bodyPr/>
        <a:lstStyle/>
        <a:p>
          <a:endParaRPr lang="en-US"/>
        </a:p>
      </dgm:t>
    </dgm:pt>
    <dgm:pt modelId="{EBEF3AD9-4D44-43BB-A0CE-C0773D77940D}" type="sibTrans" cxnId="{9654225B-BF3B-49B8-8428-64E566AB2FF2}">
      <dgm:prSet/>
      <dgm:spPr/>
      <dgm:t>
        <a:bodyPr/>
        <a:lstStyle/>
        <a:p>
          <a:endParaRPr lang="en-US"/>
        </a:p>
      </dgm:t>
    </dgm:pt>
    <dgm:pt modelId="{5CED1103-6698-485B-9700-11FD9DA9AE10}">
      <dgm:prSet/>
      <dgm:spPr/>
      <dgm:t>
        <a:bodyPr/>
        <a:lstStyle/>
        <a:p>
          <a:r>
            <a:rPr lang="en-US"/>
            <a:t>Control who can view or change information.</a:t>
          </a:r>
        </a:p>
      </dgm:t>
    </dgm:pt>
    <dgm:pt modelId="{60900CD8-F3E9-4536-B95D-1FE7FE2704DA}" type="parTrans" cxnId="{43557088-AA45-4AEC-B781-AEBAB28745D0}">
      <dgm:prSet/>
      <dgm:spPr/>
      <dgm:t>
        <a:bodyPr/>
        <a:lstStyle/>
        <a:p>
          <a:endParaRPr lang="en-US"/>
        </a:p>
      </dgm:t>
    </dgm:pt>
    <dgm:pt modelId="{BA949483-DBD8-4D05-B5B7-296FFAC4D8E1}" type="sibTrans" cxnId="{43557088-AA45-4AEC-B781-AEBAB28745D0}">
      <dgm:prSet/>
      <dgm:spPr/>
      <dgm:t>
        <a:bodyPr/>
        <a:lstStyle/>
        <a:p>
          <a:endParaRPr lang="en-US"/>
        </a:p>
      </dgm:t>
    </dgm:pt>
    <dgm:pt modelId="{E2C31310-C6A5-469D-8B79-E6928820CEEB}">
      <dgm:prSet/>
      <dgm:spPr/>
      <dgm:t>
        <a:bodyPr/>
        <a:lstStyle/>
        <a:p>
          <a:r>
            <a:rPr lang="en-US"/>
            <a:t>Preserve important records and recover them when something goes wrong.</a:t>
          </a:r>
        </a:p>
      </dgm:t>
    </dgm:pt>
    <dgm:pt modelId="{7F8DE913-5233-4EFD-9B3F-DC5834362CAE}" type="parTrans" cxnId="{5C79F8BF-F7E4-4519-9CC4-652FCADD52FD}">
      <dgm:prSet/>
      <dgm:spPr/>
      <dgm:t>
        <a:bodyPr/>
        <a:lstStyle/>
        <a:p>
          <a:endParaRPr lang="en-US"/>
        </a:p>
      </dgm:t>
    </dgm:pt>
    <dgm:pt modelId="{1EBE7006-B06A-439C-A1C7-4548695E4F35}" type="sibTrans" cxnId="{5C79F8BF-F7E4-4519-9CC4-652FCADD52FD}">
      <dgm:prSet/>
      <dgm:spPr/>
      <dgm:t>
        <a:bodyPr/>
        <a:lstStyle/>
        <a:p>
          <a:endParaRPr lang="en-US"/>
        </a:p>
      </dgm:t>
    </dgm:pt>
    <dgm:pt modelId="{09288EBB-679A-4E2A-B0E6-779A8936D48B}" type="pres">
      <dgm:prSet presAssocID="{B78687E9-B860-45A0-9E15-19BA0A9519F0}" presName="vert0" presStyleCnt="0">
        <dgm:presLayoutVars>
          <dgm:dir/>
          <dgm:animOne val="branch"/>
          <dgm:animLvl val="lvl"/>
        </dgm:presLayoutVars>
      </dgm:prSet>
      <dgm:spPr/>
    </dgm:pt>
    <dgm:pt modelId="{E129AEC3-5F4E-4F82-B2C4-39E7515144DB}" type="pres">
      <dgm:prSet presAssocID="{95F6ED26-3B94-4ABB-BDFD-F2707B358F0F}" presName="thickLine" presStyleLbl="alignNode1" presStyleIdx="0" presStyleCnt="1"/>
      <dgm:spPr/>
    </dgm:pt>
    <dgm:pt modelId="{37A5A7AC-AC91-405F-A0F6-A63CB9741214}" type="pres">
      <dgm:prSet presAssocID="{95F6ED26-3B94-4ABB-BDFD-F2707B358F0F}" presName="horz1" presStyleCnt="0"/>
      <dgm:spPr/>
    </dgm:pt>
    <dgm:pt modelId="{904A2490-DCF1-4A0D-BA92-6D409A0ADC0C}" type="pres">
      <dgm:prSet presAssocID="{95F6ED26-3B94-4ABB-BDFD-F2707B358F0F}" presName="tx1" presStyleLbl="revTx" presStyleIdx="0" presStyleCnt="8"/>
      <dgm:spPr/>
    </dgm:pt>
    <dgm:pt modelId="{AE32FA96-A876-44F5-9178-4A1823BEA226}" type="pres">
      <dgm:prSet presAssocID="{95F6ED26-3B94-4ABB-BDFD-F2707B358F0F}" presName="vert1" presStyleCnt="0"/>
      <dgm:spPr/>
    </dgm:pt>
    <dgm:pt modelId="{3FCC4EC5-356A-4708-8824-DEA6FA5E78E2}" type="pres">
      <dgm:prSet presAssocID="{01B5EA86-B509-488B-8FA3-B5253A869DE6}" presName="vertSpace2a" presStyleCnt="0"/>
      <dgm:spPr/>
    </dgm:pt>
    <dgm:pt modelId="{D691DE10-2511-48D9-9DDE-681D3A741FB6}" type="pres">
      <dgm:prSet presAssocID="{01B5EA86-B509-488B-8FA3-B5253A869DE6}" presName="horz2" presStyleCnt="0"/>
      <dgm:spPr/>
    </dgm:pt>
    <dgm:pt modelId="{6875FD32-8DB4-42FF-A6DB-D3D9C34E4063}" type="pres">
      <dgm:prSet presAssocID="{01B5EA86-B509-488B-8FA3-B5253A869DE6}" presName="horzSpace2" presStyleCnt="0"/>
      <dgm:spPr/>
    </dgm:pt>
    <dgm:pt modelId="{08ABE4BB-3EE9-4776-B3A5-DC9D848C289C}" type="pres">
      <dgm:prSet presAssocID="{01B5EA86-B509-488B-8FA3-B5253A869DE6}" presName="tx2" presStyleLbl="revTx" presStyleIdx="1" presStyleCnt="8"/>
      <dgm:spPr/>
    </dgm:pt>
    <dgm:pt modelId="{D65997F9-916A-44BF-B531-AE5D22756BF8}" type="pres">
      <dgm:prSet presAssocID="{01B5EA86-B509-488B-8FA3-B5253A869DE6}" presName="vert2" presStyleCnt="0"/>
      <dgm:spPr/>
    </dgm:pt>
    <dgm:pt modelId="{0AC14A5C-4DB3-4FFA-9907-B1C8D18B1E39}" type="pres">
      <dgm:prSet presAssocID="{01B5EA86-B509-488B-8FA3-B5253A869DE6}" presName="thinLine2b" presStyleLbl="callout" presStyleIdx="0" presStyleCnt="7"/>
      <dgm:spPr/>
    </dgm:pt>
    <dgm:pt modelId="{4A74CA33-A67C-4573-834C-0BEAC94F123D}" type="pres">
      <dgm:prSet presAssocID="{01B5EA86-B509-488B-8FA3-B5253A869DE6}" presName="vertSpace2b" presStyleCnt="0"/>
      <dgm:spPr/>
    </dgm:pt>
    <dgm:pt modelId="{5E5CBA9D-43C0-4869-88D3-311814AA3768}" type="pres">
      <dgm:prSet presAssocID="{BC96A565-6D00-4051-BC2C-499583D80027}" presName="horz2" presStyleCnt="0"/>
      <dgm:spPr/>
    </dgm:pt>
    <dgm:pt modelId="{014725A1-E72E-41DD-9783-DE66AC91B096}" type="pres">
      <dgm:prSet presAssocID="{BC96A565-6D00-4051-BC2C-499583D80027}" presName="horzSpace2" presStyleCnt="0"/>
      <dgm:spPr/>
    </dgm:pt>
    <dgm:pt modelId="{B7AD26B4-D5CC-4BBF-94E7-65E24E1AD08B}" type="pres">
      <dgm:prSet presAssocID="{BC96A565-6D00-4051-BC2C-499583D80027}" presName="tx2" presStyleLbl="revTx" presStyleIdx="2" presStyleCnt="8"/>
      <dgm:spPr/>
    </dgm:pt>
    <dgm:pt modelId="{F9FAC0EF-CC02-4015-8AA5-70014976F3BB}" type="pres">
      <dgm:prSet presAssocID="{BC96A565-6D00-4051-BC2C-499583D80027}" presName="vert2" presStyleCnt="0"/>
      <dgm:spPr/>
    </dgm:pt>
    <dgm:pt modelId="{5F20A4AA-F9C8-4B80-84EE-D58B378776FF}" type="pres">
      <dgm:prSet presAssocID="{BC96A565-6D00-4051-BC2C-499583D80027}" presName="thinLine2b" presStyleLbl="callout" presStyleIdx="1" presStyleCnt="7"/>
      <dgm:spPr/>
    </dgm:pt>
    <dgm:pt modelId="{41BCBB50-DFFD-4130-9959-287075F5D120}" type="pres">
      <dgm:prSet presAssocID="{BC96A565-6D00-4051-BC2C-499583D80027}" presName="vertSpace2b" presStyleCnt="0"/>
      <dgm:spPr/>
    </dgm:pt>
    <dgm:pt modelId="{6C18648B-D6B2-4503-A6C3-A36BBC46C77B}" type="pres">
      <dgm:prSet presAssocID="{E78E0A1E-95D1-45D8-BAF6-6272D7D2882B}" presName="horz2" presStyleCnt="0"/>
      <dgm:spPr/>
    </dgm:pt>
    <dgm:pt modelId="{AFDD160C-5DB2-4F93-B127-E053E59DD4B6}" type="pres">
      <dgm:prSet presAssocID="{E78E0A1E-95D1-45D8-BAF6-6272D7D2882B}" presName="horzSpace2" presStyleCnt="0"/>
      <dgm:spPr/>
    </dgm:pt>
    <dgm:pt modelId="{A65A120C-75EB-478E-ACAB-80C86808CEA7}" type="pres">
      <dgm:prSet presAssocID="{E78E0A1E-95D1-45D8-BAF6-6272D7D2882B}" presName="tx2" presStyleLbl="revTx" presStyleIdx="3" presStyleCnt="8"/>
      <dgm:spPr/>
    </dgm:pt>
    <dgm:pt modelId="{2804D412-654D-407D-A3DF-6755243D9C04}" type="pres">
      <dgm:prSet presAssocID="{E78E0A1E-95D1-45D8-BAF6-6272D7D2882B}" presName="vert2" presStyleCnt="0"/>
      <dgm:spPr/>
    </dgm:pt>
    <dgm:pt modelId="{D647573E-0B08-4162-9C3D-EB52364ACC2D}" type="pres">
      <dgm:prSet presAssocID="{E78E0A1E-95D1-45D8-BAF6-6272D7D2882B}" presName="thinLine2b" presStyleLbl="callout" presStyleIdx="2" presStyleCnt="7"/>
      <dgm:spPr/>
    </dgm:pt>
    <dgm:pt modelId="{4404589B-1221-47ED-8FA4-E57C3C3626D2}" type="pres">
      <dgm:prSet presAssocID="{E78E0A1E-95D1-45D8-BAF6-6272D7D2882B}" presName="vertSpace2b" presStyleCnt="0"/>
      <dgm:spPr/>
    </dgm:pt>
    <dgm:pt modelId="{1035EC16-1875-4D41-89E6-198009D778E9}" type="pres">
      <dgm:prSet presAssocID="{8A382E1A-662E-49D0-84DD-4CBC3EB263AB}" presName="horz2" presStyleCnt="0"/>
      <dgm:spPr/>
    </dgm:pt>
    <dgm:pt modelId="{FC444819-5FF9-4289-BFD4-FCBBF3CD6167}" type="pres">
      <dgm:prSet presAssocID="{8A382E1A-662E-49D0-84DD-4CBC3EB263AB}" presName="horzSpace2" presStyleCnt="0"/>
      <dgm:spPr/>
    </dgm:pt>
    <dgm:pt modelId="{ED3ED25E-67DB-41C0-9031-F0D4782A6975}" type="pres">
      <dgm:prSet presAssocID="{8A382E1A-662E-49D0-84DD-4CBC3EB263AB}" presName="tx2" presStyleLbl="revTx" presStyleIdx="4" presStyleCnt="8"/>
      <dgm:spPr/>
    </dgm:pt>
    <dgm:pt modelId="{B32EF175-3F4B-4802-83DE-2C1961BD12A0}" type="pres">
      <dgm:prSet presAssocID="{8A382E1A-662E-49D0-84DD-4CBC3EB263AB}" presName="vert2" presStyleCnt="0"/>
      <dgm:spPr/>
    </dgm:pt>
    <dgm:pt modelId="{1297BC24-7EBE-46E5-914C-C3D04ED1DBBA}" type="pres">
      <dgm:prSet presAssocID="{8A382E1A-662E-49D0-84DD-4CBC3EB263AB}" presName="thinLine2b" presStyleLbl="callout" presStyleIdx="3" presStyleCnt="7"/>
      <dgm:spPr/>
    </dgm:pt>
    <dgm:pt modelId="{B6588131-1DE3-453E-8E62-0B644772F4E7}" type="pres">
      <dgm:prSet presAssocID="{8A382E1A-662E-49D0-84DD-4CBC3EB263AB}" presName="vertSpace2b" presStyleCnt="0"/>
      <dgm:spPr/>
    </dgm:pt>
    <dgm:pt modelId="{A83F0DD6-11A5-401D-AD4A-3BE4F86673E0}" type="pres">
      <dgm:prSet presAssocID="{153C82AF-959D-4BD0-B1D8-B03AAD80C30C}" presName="horz2" presStyleCnt="0"/>
      <dgm:spPr/>
    </dgm:pt>
    <dgm:pt modelId="{8F6F0A69-28F5-43DE-B12A-27C83365A2A2}" type="pres">
      <dgm:prSet presAssocID="{153C82AF-959D-4BD0-B1D8-B03AAD80C30C}" presName="horzSpace2" presStyleCnt="0"/>
      <dgm:spPr/>
    </dgm:pt>
    <dgm:pt modelId="{D0CA81AA-1F2C-4D23-976A-B1338B216067}" type="pres">
      <dgm:prSet presAssocID="{153C82AF-959D-4BD0-B1D8-B03AAD80C30C}" presName="tx2" presStyleLbl="revTx" presStyleIdx="5" presStyleCnt="8"/>
      <dgm:spPr/>
    </dgm:pt>
    <dgm:pt modelId="{3715FD34-F343-4B81-8DC5-B28DBD4DFA38}" type="pres">
      <dgm:prSet presAssocID="{153C82AF-959D-4BD0-B1D8-B03AAD80C30C}" presName="vert2" presStyleCnt="0"/>
      <dgm:spPr/>
    </dgm:pt>
    <dgm:pt modelId="{9C24D6E7-65E9-4990-B6FB-602CFEE7CF13}" type="pres">
      <dgm:prSet presAssocID="{153C82AF-959D-4BD0-B1D8-B03AAD80C30C}" presName="thinLine2b" presStyleLbl="callout" presStyleIdx="4" presStyleCnt="7"/>
      <dgm:spPr/>
    </dgm:pt>
    <dgm:pt modelId="{F15912BC-576E-44FF-8859-62C38C94AB66}" type="pres">
      <dgm:prSet presAssocID="{153C82AF-959D-4BD0-B1D8-B03AAD80C30C}" presName="vertSpace2b" presStyleCnt="0"/>
      <dgm:spPr/>
    </dgm:pt>
    <dgm:pt modelId="{08D305A2-2B9B-44C8-B3DA-863FE63D0A14}" type="pres">
      <dgm:prSet presAssocID="{5CED1103-6698-485B-9700-11FD9DA9AE10}" presName="horz2" presStyleCnt="0"/>
      <dgm:spPr/>
    </dgm:pt>
    <dgm:pt modelId="{414E457D-7E05-4076-93AB-91DFC88CE3C6}" type="pres">
      <dgm:prSet presAssocID="{5CED1103-6698-485B-9700-11FD9DA9AE10}" presName="horzSpace2" presStyleCnt="0"/>
      <dgm:spPr/>
    </dgm:pt>
    <dgm:pt modelId="{5A1B676D-5360-4A9D-B399-F61056CAAC2A}" type="pres">
      <dgm:prSet presAssocID="{5CED1103-6698-485B-9700-11FD9DA9AE10}" presName="tx2" presStyleLbl="revTx" presStyleIdx="6" presStyleCnt="8"/>
      <dgm:spPr/>
    </dgm:pt>
    <dgm:pt modelId="{8D91EDE9-B1F9-4A14-9631-729121BABBC4}" type="pres">
      <dgm:prSet presAssocID="{5CED1103-6698-485B-9700-11FD9DA9AE10}" presName="vert2" presStyleCnt="0"/>
      <dgm:spPr/>
    </dgm:pt>
    <dgm:pt modelId="{37D57F5A-2F13-438E-8666-906931D2A959}" type="pres">
      <dgm:prSet presAssocID="{5CED1103-6698-485B-9700-11FD9DA9AE10}" presName="thinLine2b" presStyleLbl="callout" presStyleIdx="5" presStyleCnt="7"/>
      <dgm:spPr/>
    </dgm:pt>
    <dgm:pt modelId="{2751944B-3BA4-498D-9BF9-D4A6DAFB7620}" type="pres">
      <dgm:prSet presAssocID="{5CED1103-6698-485B-9700-11FD9DA9AE10}" presName="vertSpace2b" presStyleCnt="0"/>
      <dgm:spPr/>
    </dgm:pt>
    <dgm:pt modelId="{A6384B3D-0CEF-410A-98E6-E42499E1973F}" type="pres">
      <dgm:prSet presAssocID="{E2C31310-C6A5-469D-8B79-E6928820CEEB}" presName="horz2" presStyleCnt="0"/>
      <dgm:spPr/>
    </dgm:pt>
    <dgm:pt modelId="{170936D7-AB4F-40ED-AB07-1CD5E04A6990}" type="pres">
      <dgm:prSet presAssocID="{E2C31310-C6A5-469D-8B79-E6928820CEEB}" presName="horzSpace2" presStyleCnt="0"/>
      <dgm:spPr/>
    </dgm:pt>
    <dgm:pt modelId="{CF1D6E31-87E1-4246-966E-AD277EEF878E}" type="pres">
      <dgm:prSet presAssocID="{E2C31310-C6A5-469D-8B79-E6928820CEEB}" presName="tx2" presStyleLbl="revTx" presStyleIdx="7" presStyleCnt="8"/>
      <dgm:spPr/>
    </dgm:pt>
    <dgm:pt modelId="{1A5FAE3F-28CC-48DE-B1C0-058A4B6333F4}" type="pres">
      <dgm:prSet presAssocID="{E2C31310-C6A5-469D-8B79-E6928820CEEB}" presName="vert2" presStyleCnt="0"/>
      <dgm:spPr/>
    </dgm:pt>
    <dgm:pt modelId="{64D1AD89-A0C4-480C-8036-09D0384DF5D7}" type="pres">
      <dgm:prSet presAssocID="{E2C31310-C6A5-469D-8B79-E6928820CEEB}" presName="thinLine2b" presStyleLbl="callout" presStyleIdx="6" presStyleCnt="7"/>
      <dgm:spPr/>
    </dgm:pt>
    <dgm:pt modelId="{D7F26CDF-3C93-4D75-BE3D-69D534D62380}" type="pres">
      <dgm:prSet presAssocID="{E2C31310-C6A5-469D-8B79-E6928820CEEB}" presName="vertSpace2b" presStyleCnt="0"/>
      <dgm:spPr/>
    </dgm:pt>
  </dgm:ptLst>
  <dgm:cxnLst>
    <dgm:cxn modelId="{44021E22-6577-44E9-98A6-A16A36A32E72}" type="presOf" srcId="{BC96A565-6D00-4051-BC2C-499583D80027}" destId="{B7AD26B4-D5CC-4BBF-94E7-65E24E1AD08B}" srcOrd="0" destOrd="0" presId="urn:microsoft.com/office/officeart/2008/layout/LinedList"/>
    <dgm:cxn modelId="{9654225B-BF3B-49B8-8428-64E566AB2FF2}" srcId="{95F6ED26-3B94-4ABB-BDFD-F2707B358F0F}" destId="{153C82AF-959D-4BD0-B1D8-B03AAD80C30C}" srcOrd="4" destOrd="0" parTransId="{D2F02340-A7BE-4DA9-8667-8DFFAB263843}" sibTransId="{EBEF3AD9-4D44-43BB-A0CE-C0773D77940D}"/>
    <dgm:cxn modelId="{835C645E-7CF7-4D13-BA6E-994C23D427A2}" type="presOf" srcId="{95F6ED26-3B94-4ABB-BDFD-F2707B358F0F}" destId="{904A2490-DCF1-4A0D-BA92-6D409A0ADC0C}" srcOrd="0" destOrd="0" presId="urn:microsoft.com/office/officeart/2008/layout/LinedList"/>
    <dgm:cxn modelId="{09720D43-30DA-4E37-AEC9-97214CCC5F87}" srcId="{B78687E9-B860-45A0-9E15-19BA0A9519F0}" destId="{95F6ED26-3B94-4ABB-BDFD-F2707B358F0F}" srcOrd="0" destOrd="0" parTransId="{99ADCF57-1723-4E3B-B57B-99B21A13D66F}" sibTransId="{B40031B0-71B9-4CBB-B990-1F9D47AF561A}"/>
    <dgm:cxn modelId="{129DBA48-6ECB-4891-B829-CF09ED4ACBA9}" type="presOf" srcId="{5CED1103-6698-485B-9700-11FD9DA9AE10}" destId="{5A1B676D-5360-4A9D-B399-F61056CAAC2A}" srcOrd="0" destOrd="0" presId="urn:microsoft.com/office/officeart/2008/layout/LinedList"/>
    <dgm:cxn modelId="{3E26BB4E-D663-4315-82DD-00B0F06B3B9C}" type="presOf" srcId="{E2C31310-C6A5-469D-8B79-E6928820CEEB}" destId="{CF1D6E31-87E1-4246-966E-AD277EEF878E}" srcOrd="0" destOrd="0" presId="urn:microsoft.com/office/officeart/2008/layout/LinedList"/>
    <dgm:cxn modelId="{0A53C556-6633-4F2C-9EAF-6A4896477581}" srcId="{95F6ED26-3B94-4ABB-BDFD-F2707B358F0F}" destId="{01B5EA86-B509-488B-8FA3-B5253A869DE6}" srcOrd="0" destOrd="0" parTransId="{E5459BEA-F13F-42BA-B9DF-AF88C0E7D651}" sibTransId="{9A76BF33-5C98-4E00-B934-2851B3DCA006}"/>
    <dgm:cxn modelId="{43557088-AA45-4AEC-B781-AEBAB28745D0}" srcId="{95F6ED26-3B94-4ABB-BDFD-F2707B358F0F}" destId="{5CED1103-6698-485B-9700-11FD9DA9AE10}" srcOrd="5" destOrd="0" parTransId="{60900CD8-F3E9-4536-B95D-1FE7FE2704DA}" sibTransId="{BA949483-DBD8-4D05-B5B7-296FFAC4D8E1}"/>
    <dgm:cxn modelId="{F1CEBA8A-35F5-4A41-94E3-1E25C3F40AC4}" type="presOf" srcId="{E78E0A1E-95D1-45D8-BAF6-6272D7D2882B}" destId="{A65A120C-75EB-478E-ACAB-80C86808CEA7}" srcOrd="0" destOrd="0" presId="urn:microsoft.com/office/officeart/2008/layout/LinedList"/>
    <dgm:cxn modelId="{DC94639C-1975-4911-A49D-7A529B5212BE}" type="presOf" srcId="{B78687E9-B860-45A0-9E15-19BA0A9519F0}" destId="{09288EBB-679A-4E2A-B0E6-779A8936D48B}" srcOrd="0" destOrd="0" presId="urn:microsoft.com/office/officeart/2008/layout/LinedList"/>
    <dgm:cxn modelId="{5C79F8BF-F7E4-4519-9CC4-652FCADD52FD}" srcId="{95F6ED26-3B94-4ABB-BDFD-F2707B358F0F}" destId="{E2C31310-C6A5-469D-8B79-E6928820CEEB}" srcOrd="6" destOrd="0" parTransId="{7F8DE913-5233-4EFD-9B3F-DC5834362CAE}" sibTransId="{1EBE7006-B06A-439C-A1C7-4548695E4F35}"/>
    <dgm:cxn modelId="{2A9776C9-8EFC-4D68-8C0D-A0FB7E40C930}" type="presOf" srcId="{153C82AF-959D-4BD0-B1D8-B03AAD80C30C}" destId="{D0CA81AA-1F2C-4D23-976A-B1338B216067}" srcOrd="0" destOrd="0" presId="urn:microsoft.com/office/officeart/2008/layout/LinedList"/>
    <dgm:cxn modelId="{74FA00DF-AB3D-49AD-A026-4ABB64DB084E}" type="presOf" srcId="{8A382E1A-662E-49D0-84DD-4CBC3EB263AB}" destId="{ED3ED25E-67DB-41C0-9031-F0D4782A6975}" srcOrd="0" destOrd="0" presId="urn:microsoft.com/office/officeart/2008/layout/LinedList"/>
    <dgm:cxn modelId="{32C211E2-4DA3-43C1-87F9-1FA193B80A28}" srcId="{95F6ED26-3B94-4ABB-BDFD-F2707B358F0F}" destId="{BC96A565-6D00-4051-BC2C-499583D80027}" srcOrd="1" destOrd="0" parTransId="{5CEB27DF-F2B9-4157-99FC-7A9BF4008648}" sibTransId="{BB01E614-7EC6-4460-8958-18DDB08D7E77}"/>
    <dgm:cxn modelId="{F8B9B8E8-6358-4F5E-BA0D-B8059CEA5360}" srcId="{95F6ED26-3B94-4ABB-BDFD-F2707B358F0F}" destId="{E78E0A1E-95D1-45D8-BAF6-6272D7D2882B}" srcOrd="2" destOrd="0" parTransId="{CDCD4D57-5D2D-42FE-865C-CE5E28DDA323}" sibTransId="{3FF4E2FA-3ED8-49EB-9165-426A9D82AFFE}"/>
    <dgm:cxn modelId="{01A3EBE9-0CCF-4654-B6B5-6D3B31E00880}" type="presOf" srcId="{01B5EA86-B509-488B-8FA3-B5253A869DE6}" destId="{08ABE4BB-3EE9-4776-B3A5-DC9D848C289C}" srcOrd="0" destOrd="0" presId="urn:microsoft.com/office/officeart/2008/layout/LinedList"/>
    <dgm:cxn modelId="{4ABB0AEB-077A-44CB-9E24-709116A88392}" srcId="{95F6ED26-3B94-4ABB-BDFD-F2707B358F0F}" destId="{8A382E1A-662E-49D0-84DD-4CBC3EB263AB}" srcOrd="3" destOrd="0" parTransId="{33EEDDC9-8FD1-4BB3-A2E4-3B3889B95B24}" sibTransId="{A8B68FEB-19C3-40C1-9005-2BE06E427D16}"/>
    <dgm:cxn modelId="{3933E5D4-0CDF-4DED-882C-335D8597C7D5}" type="presParOf" srcId="{09288EBB-679A-4E2A-B0E6-779A8936D48B}" destId="{E129AEC3-5F4E-4F82-B2C4-39E7515144DB}" srcOrd="0" destOrd="0" presId="urn:microsoft.com/office/officeart/2008/layout/LinedList"/>
    <dgm:cxn modelId="{871D3235-25BF-4D22-B4C5-AF5226B5EDAC}" type="presParOf" srcId="{09288EBB-679A-4E2A-B0E6-779A8936D48B}" destId="{37A5A7AC-AC91-405F-A0F6-A63CB9741214}" srcOrd="1" destOrd="0" presId="urn:microsoft.com/office/officeart/2008/layout/LinedList"/>
    <dgm:cxn modelId="{28C734B0-71FB-4A24-A3AD-9306D6CEECB3}" type="presParOf" srcId="{37A5A7AC-AC91-405F-A0F6-A63CB9741214}" destId="{904A2490-DCF1-4A0D-BA92-6D409A0ADC0C}" srcOrd="0" destOrd="0" presId="urn:microsoft.com/office/officeart/2008/layout/LinedList"/>
    <dgm:cxn modelId="{CE117AC0-464A-4392-B2C7-7000B4D63394}" type="presParOf" srcId="{37A5A7AC-AC91-405F-A0F6-A63CB9741214}" destId="{AE32FA96-A876-44F5-9178-4A1823BEA226}" srcOrd="1" destOrd="0" presId="urn:microsoft.com/office/officeart/2008/layout/LinedList"/>
    <dgm:cxn modelId="{481A17F5-50FD-43F4-B3F8-CE2A091CB5B9}" type="presParOf" srcId="{AE32FA96-A876-44F5-9178-4A1823BEA226}" destId="{3FCC4EC5-356A-4708-8824-DEA6FA5E78E2}" srcOrd="0" destOrd="0" presId="urn:microsoft.com/office/officeart/2008/layout/LinedList"/>
    <dgm:cxn modelId="{C80BAF84-B2B3-45E8-B551-826768A5A854}" type="presParOf" srcId="{AE32FA96-A876-44F5-9178-4A1823BEA226}" destId="{D691DE10-2511-48D9-9DDE-681D3A741FB6}" srcOrd="1" destOrd="0" presId="urn:microsoft.com/office/officeart/2008/layout/LinedList"/>
    <dgm:cxn modelId="{6C19E7F8-DE1C-4518-8B6B-5E1BAE169B12}" type="presParOf" srcId="{D691DE10-2511-48D9-9DDE-681D3A741FB6}" destId="{6875FD32-8DB4-42FF-A6DB-D3D9C34E4063}" srcOrd="0" destOrd="0" presId="urn:microsoft.com/office/officeart/2008/layout/LinedList"/>
    <dgm:cxn modelId="{CADDB2CB-D09F-423C-BEE1-6CCCA3C7D6E2}" type="presParOf" srcId="{D691DE10-2511-48D9-9DDE-681D3A741FB6}" destId="{08ABE4BB-3EE9-4776-B3A5-DC9D848C289C}" srcOrd="1" destOrd="0" presId="urn:microsoft.com/office/officeart/2008/layout/LinedList"/>
    <dgm:cxn modelId="{E57F9726-98E7-4407-A29D-31F049D329F0}" type="presParOf" srcId="{D691DE10-2511-48D9-9DDE-681D3A741FB6}" destId="{D65997F9-916A-44BF-B531-AE5D22756BF8}" srcOrd="2" destOrd="0" presId="urn:microsoft.com/office/officeart/2008/layout/LinedList"/>
    <dgm:cxn modelId="{CC787F2D-9491-4992-B779-CB6F99343F92}" type="presParOf" srcId="{AE32FA96-A876-44F5-9178-4A1823BEA226}" destId="{0AC14A5C-4DB3-4FFA-9907-B1C8D18B1E39}" srcOrd="2" destOrd="0" presId="urn:microsoft.com/office/officeart/2008/layout/LinedList"/>
    <dgm:cxn modelId="{D826FFC2-B198-48FD-A301-F44C833E1CE3}" type="presParOf" srcId="{AE32FA96-A876-44F5-9178-4A1823BEA226}" destId="{4A74CA33-A67C-4573-834C-0BEAC94F123D}" srcOrd="3" destOrd="0" presId="urn:microsoft.com/office/officeart/2008/layout/LinedList"/>
    <dgm:cxn modelId="{4E9DD31B-60AB-4D28-AF5F-1BDA543E7F09}" type="presParOf" srcId="{AE32FA96-A876-44F5-9178-4A1823BEA226}" destId="{5E5CBA9D-43C0-4869-88D3-311814AA3768}" srcOrd="4" destOrd="0" presId="urn:microsoft.com/office/officeart/2008/layout/LinedList"/>
    <dgm:cxn modelId="{E0126D62-9553-4267-B367-5DF0916A132A}" type="presParOf" srcId="{5E5CBA9D-43C0-4869-88D3-311814AA3768}" destId="{014725A1-E72E-41DD-9783-DE66AC91B096}" srcOrd="0" destOrd="0" presId="urn:microsoft.com/office/officeart/2008/layout/LinedList"/>
    <dgm:cxn modelId="{D96F0B1A-EC16-4435-8FAB-CFAA258ADD12}" type="presParOf" srcId="{5E5CBA9D-43C0-4869-88D3-311814AA3768}" destId="{B7AD26B4-D5CC-4BBF-94E7-65E24E1AD08B}" srcOrd="1" destOrd="0" presId="urn:microsoft.com/office/officeart/2008/layout/LinedList"/>
    <dgm:cxn modelId="{79BDC013-BE9A-4A3B-A9D6-56D9A70684AA}" type="presParOf" srcId="{5E5CBA9D-43C0-4869-88D3-311814AA3768}" destId="{F9FAC0EF-CC02-4015-8AA5-70014976F3BB}" srcOrd="2" destOrd="0" presId="urn:microsoft.com/office/officeart/2008/layout/LinedList"/>
    <dgm:cxn modelId="{3171C518-C3ED-4DDD-A282-DBD6CBB281FA}" type="presParOf" srcId="{AE32FA96-A876-44F5-9178-4A1823BEA226}" destId="{5F20A4AA-F9C8-4B80-84EE-D58B378776FF}" srcOrd="5" destOrd="0" presId="urn:microsoft.com/office/officeart/2008/layout/LinedList"/>
    <dgm:cxn modelId="{410878C7-A963-40DA-9057-D70E6EDBCECF}" type="presParOf" srcId="{AE32FA96-A876-44F5-9178-4A1823BEA226}" destId="{41BCBB50-DFFD-4130-9959-287075F5D120}" srcOrd="6" destOrd="0" presId="urn:microsoft.com/office/officeart/2008/layout/LinedList"/>
    <dgm:cxn modelId="{261849B8-00B1-466D-BCBA-0E702806E1FE}" type="presParOf" srcId="{AE32FA96-A876-44F5-9178-4A1823BEA226}" destId="{6C18648B-D6B2-4503-A6C3-A36BBC46C77B}" srcOrd="7" destOrd="0" presId="urn:microsoft.com/office/officeart/2008/layout/LinedList"/>
    <dgm:cxn modelId="{5F819E79-862E-4D57-9A71-04DDCF6C1DA1}" type="presParOf" srcId="{6C18648B-D6B2-4503-A6C3-A36BBC46C77B}" destId="{AFDD160C-5DB2-4F93-B127-E053E59DD4B6}" srcOrd="0" destOrd="0" presId="urn:microsoft.com/office/officeart/2008/layout/LinedList"/>
    <dgm:cxn modelId="{1E16855F-B886-4643-A63E-C6816C664DE6}" type="presParOf" srcId="{6C18648B-D6B2-4503-A6C3-A36BBC46C77B}" destId="{A65A120C-75EB-478E-ACAB-80C86808CEA7}" srcOrd="1" destOrd="0" presId="urn:microsoft.com/office/officeart/2008/layout/LinedList"/>
    <dgm:cxn modelId="{87470D78-F9DB-45B3-8595-19A99348949F}" type="presParOf" srcId="{6C18648B-D6B2-4503-A6C3-A36BBC46C77B}" destId="{2804D412-654D-407D-A3DF-6755243D9C04}" srcOrd="2" destOrd="0" presId="urn:microsoft.com/office/officeart/2008/layout/LinedList"/>
    <dgm:cxn modelId="{B6DCD2BB-DA4D-4F6C-ABFC-EE2564097E54}" type="presParOf" srcId="{AE32FA96-A876-44F5-9178-4A1823BEA226}" destId="{D647573E-0B08-4162-9C3D-EB52364ACC2D}" srcOrd="8" destOrd="0" presId="urn:microsoft.com/office/officeart/2008/layout/LinedList"/>
    <dgm:cxn modelId="{E4D88D31-72ED-4163-9CA9-28B87BE55D62}" type="presParOf" srcId="{AE32FA96-A876-44F5-9178-4A1823BEA226}" destId="{4404589B-1221-47ED-8FA4-E57C3C3626D2}" srcOrd="9" destOrd="0" presId="urn:microsoft.com/office/officeart/2008/layout/LinedList"/>
    <dgm:cxn modelId="{9C3E1D36-23F3-438D-8121-DAA75CA1D57A}" type="presParOf" srcId="{AE32FA96-A876-44F5-9178-4A1823BEA226}" destId="{1035EC16-1875-4D41-89E6-198009D778E9}" srcOrd="10" destOrd="0" presId="urn:microsoft.com/office/officeart/2008/layout/LinedList"/>
    <dgm:cxn modelId="{F9170620-D5D6-4545-9ECC-D9442CB66D6C}" type="presParOf" srcId="{1035EC16-1875-4D41-89E6-198009D778E9}" destId="{FC444819-5FF9-4289-BFD4-FCBBF3CD6167}" srcOrd="0" destOrd="0" presId="urn:microsoft.com/office/officeart/2008/layout/LinedList"/>
    <dgm:cxn modelId="{06810A1A-6AC3-42A6-AFE4-1B312A668F7A}" type="presParOf" srcId="{1035EC16-1875-4D41-89E6-198009D778E9}" destId="{ED3ED25E-67DB-41C0-9031-F0D4782A6975}" srcOrd="1" destOrd="0" presId="urn:microsoft.com/office/officeart/2008/layout/LinedList"/>
    <dgm:cxn modelId="{11C30F35-6F84-4FBB-A569-AA61437A6B1D}" type="presParOf" srcId="{1035EC16-1875-4D41-89E6-198009D778E9}" destId="{B32EF175-3F4B-4802-83DE-2C1961BD12A0}" srcOrd="2" destOrd="0" presId="urn:microsoft.com/office/officeart/2008/layout/LinedList"/>
    <dgm:cxn modelId="{9099E8DC-C238-41B3-BA2C-CF01EE024FC2}" type="presParOf" srcId="{AE32FA96-A876-44F5-9178-4A1823BEA226}" destId="{1297BC24-7EBE-46E5-914C-C3D04ED1DBBA}" srcOrd="11" destOrd="0" presId="urn:microsoft.com/office/officeart/2008/layout/LinedList"/>
    <dgm:cxn modelId="{75C940E1-A672-4F77-A7AE-5DBC9208FE29}" type="presParOf" srcId="{AE32FA96-A876-44F5-9178-4A1823BEA226}" destId="{B6588131-1DE3-453E-8E62-0B644772F4E7}" srcOrd="12" destOrd="0" presId="urn:microsoft.com/office/officeart/2008/layout/LinedList"/>
    <dgm:cxn modelId="{3DB3EF24-D69B-44B0-BF6F-DFE33C4E749F}" type="presParOf" srcId="{AE32FA96-A876-44F5-9178-4A1823BEA226}" destId="{A83F0DD6-11A5-401D-AD4A-3BE4F86673E0}" srcOrd="13" destOrd="0" presId="urn:microsoft.com/office/officeart/2008/layout/LinedList"/>
    <dgm:cxn modelId="{28A98853-E6B9-45AF-9A8E-9DF19A706DDC}" type="presParOf" srcId="{A83F0DD6-11A5-401D-AD4A-3BE4F86673E0}" destId="{8F6F0A69-28F5-43DE-B12A-27C83365A2A2}" srcOrd="0" destOrd="0" presId="urn:microsoft.com/office/officeart/2008/layout/LinedList"/>
    <dgm:cxn modelId="{A52AE4B3-5E0E-43A0-B0B4-0DE3ECEC908C}" type="presParOf" srcId="{A83F0DD6-11A5-401D-AD4A-3BE4F86673E0}" destId="{D0CA81AA-1F2C-4D23-976A-B1338B216067}" srcOrd="1" destOrd="0" presId="urn:microsoft.com/office/officeart/2008/layout/LinedList"/>
    <dgm:cxn modelId="{F8C3A324-10AF-4CED-86BF-2AC82095F7E9}" type="presParOf" srcId="{A83F0DD6-11A5-401D-AD4A-3BE4F86673E0}" destId="{3715FD34-F343-4B81-8DC5-B28DBD4DFA38}" srcOrd="2" destOrd="0" presId="urn:microsoft.com/office/officeart/2008/layout/LinedList"/>
    <dgm:cxn modelId="{D4D9E681-D31E-44F8-BA6F-086B8813D6FF}" type="presParOf" srcId="{AE32FA96-A876-44F5-9178-4A1823BEA226}" destId="{9C24D6E7-65E9-4990-B6FB-602CFEE7CF13}" srcOrd="14" destOrd="0" presId="urn:microsoft.com/office/officeart/2008/layout/LinedList"/>
    <dgm:cxn modelId="{20F57716-028E-4D16-93B4-679E794F89EB}" type="presParOf" srcId="{AE32FA96-A876-44F5-9178-4A1823BEA226}" destId="{F15912BC-576E-44FF-8859-62C38C94AB66}" srcOrd="15" destOrd="0" presId="urn:microsoft.com/office/officeart/2008/layout/LinedList"/>
    <dgm:cxn modelId="{C1C26820-7900-4E72-B299-5BFC607FE77C}" type="presParOf" srcId="{AE32FA96-A876-44F5-9178-4A1823BEA226}" destId="{08D305A2-2B9B-44C8-B3DA-863FE63D0A14}" srcOrd="16" destOrd="0" presId="urn:microsoft.com/office/officeart/2008/layout/LinedList"/>
    <dgm:cxn modelId="{7F6A323F-3ED9-428F-ABC1-DF1DB81A75EC}" type="presParOf" srcId="{08D305A2-2B9B-44C8-B3DA-863FE63D0A14}" destId="{414E457D-7E05-4076-93AB-91DFC88CE3C6}" srcOrd="0" destOrd="0" presId="urn:microsoft.com/office/officeart/2008/layout/LinedList"/>
    <dgm:cxn modelId="{F1657502-D163-4828-9C67-8AFED38F8715}" type="presParOf" srcId="{08D305A2-2B9B-44C8-B3DA-863FE63D0A14}" destId="{5A1B676D-5360-4A9D-B399-F61056CAAC2A}" srcOrd="1" destOrd="0" presId="urn:microsoft.com/office/officeart/2008/layout/LinedList"/>
    <dgm:cxn modelId="{9C523E79-E4AB-4E5D-8F2D-F8108C8C6F00}" type="presParOf" srcId="{08D305A2-2B9B-44C8-B3DA-863FE63D0A14}" destId="{8D91EDE9-B1F9-4A14-9631-729121BABBC4}" srcOrd="2" destOrd="0" presId="urn:microsoft.com/office/officeart/2008/layout/LinedList"/>
    <dgm:cxn modelId="{A49C6FE8-D6D9-4857-988A-179738CB8A15}" type="presParOf" srcId="{AE32FA96-A876-44F5-9178-4A1823BEA226}" destId="{37D57F5A-2F13-438E-8666-906931D2A959}" srcOrd="17" destOrd="0" presId="urn:microsoft.com/office/officeart/2008/layout/LinedList"/>
    <dgm:cxn modelId="{E3D2B578-AE74-4576-A3EE-F39830DF2ACC}" type="presParOf" srcId="{AE32FA96-A876-44F5-9178-4A1823BEA226}" destId="{2751944B-3BA4-498D-9BF9-D4A6DAFB7620}" srcOrd="18" destOrd="0" presId="urn:microsoft.com/office/officeart/2008/layout/LinedList"/>
    <dgm:cxn modelId="{3A2C03EF-AE74-47CF-A3DE-AA529DE31DED}" type="presParOf" srcId="{AE32FA96-A876-44F5-9178-4A1823BEA226}" destId="{A6384B3D-0CEF-410A-98E6-E42499E1973F}" srcOrd="19" destOrd="0" presId="urn:microsoft.com/office/officeart/2008/layout/LinedList"/>
    <dgm:cxn modelId="{C9BAB33A-BEDE-4BFF-9D1C-108913E4AC03}" type="presParOf" srcId="{A6384B3D-0CEF-410A-98E6-E42499E1973F}" destId="{170936D7-AB4F-40ED-AB07-1CD5E04A6990}" srcOrd="0" destOrd="0" presId="urn:microsoft.com/office/officeart/2008/layout/LinedList"/>
    <dgm:cxn modelId="{D49BF5C1-993D-4A81-9C8E-8B43F44A050C}" type="presParOf" srcId="{A6384B3D-0CEF-410A-98E6-E42499E1973F}" destId="{CF1D6E31-87E1-4246-966E-AD277EEF878E}" srcOrd="1" destOrd="0" presId="urn:microsoft.com/office/officeart/2008/layout/LinedList"/>
    <dgm:cxn modelId="{25045FA8-AED4-45B5-AFB9-18B025E5073B}" type="presParOf" srcId="{A6384B3D-0CEF-410A-98E6-E42499E1973F}" destId="{1A5FAE3F-28CC-48DE-B1C0-058A4B6333F4}" srcOrd="2" destOrd="0" presId="urn:microsoft.com/office/officeart/2008/layout/LinedList"/>
    <dgm:cxn modelId="{E8DB763A-7356-413F-8849-F2D86516AECB}" type="presParOf" srcId="{AE32FA96-A876-44F5-9178-4A1823BEA226}" destId="{64D1AD89-A0C4-480C-8036-09D0384DF5D7}" srcOrd="20" destOrd="0" presId="urn:microsoft.com/office/officeart/2008/layout/LinedList"/>
    <dgm:cxn modelId="{D2E9C7C6-039F-4F8E-8920-A82380946BB7}" type="presParOf" srcId="{AE32FA96-A876-44F5-9178-4A1823BEA226}" destId="{D7F26CDF-3C93-4D75-BE3D-69D534D62380}" srcOrd="2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CBC30943-4F79-4908-BBCD-0951C7577A6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A707D092-418B-4A6F-992D-661301AEE5AF}">
      <dgm:prSet/>
      <dgm:spPr/>
      <dgm:t>
        <a:bodyPr/>
        <a:lstStyle/>
        <a:p>
          <a:r>
            <a:rPr lang="en-US" b="1"/>
            <a:t>Data management</a:t>
          </a:r>
          <a:r>
            <a:rPr lang="en-US"/>
            <a:t> is the process of collecting, organising, storing, maintaining, retrieving, using and protecting data throughout its period of use.</a:t>
          </a:r>
        </a:p>
      </dgm:t>
    </dgm:pt>
    <dgm:pt modelId="{BEB129F3-7877-48AC-B5C5-631B2667AF08}" type="parTrans" cxnId="{72D48E63-E41B-432C-A337-7C78AE14F395}">
      <dgm:prSet/>
      <dgm:spPr/>
      <dgm:t>
        <a:bodyPr/>
        <a:lstStyle/>
        <a:p>
          <a:endParaRPr lang="en-US"/>
        </a:p>
      </dgm:t>
    </dgm:pt>
    <dgm:pt modelId="{5218D557-A418-4A26-96B9-F4D240702F05}" type="sibTrans" cxnId="{72D48E63-E41B-432C-A337-7C78AE14F395}">
      <dgm:prSet/>
      <dgm:spPr/>
      <dgm:t>
        <a:bodyPr/>
        <a:lstStyle/>
        <a:p>
          <a:endParaRPr lang="en-US"/>
        </a:p>
      </dgm:t>
    </dgm:pt>
    <dgm:pt modelId="{3A01A519-DA63-4410-AAC9-077A9C25103D}">
      <dgm:prSet/>
      <dgm:spPr/>
      <dgm:t>
        <a:bodyPr/>
        <a:lstStyle/>
        <a:p>
          <a:r>
            <a:rPr lang="en-US"/>
            <a:t>It involves more than storing information on a computer.</a:t>
          </a:r>
        </a:p>
      </dgm:t>
    </dgm:pt>
    <dgm:pt modelId="{2774D42B-D4DA-43C9-BC79-8489A83877AF}" type="parTrans" cxnId="{FE910883-8306-4E76-826C-3E42A69CA6B8}">
      <dgm:prSet/>
      <dgm:spPr/>
      <dgm:t>
        <a:bodyPr/>
        <a:lstStyle/>
        <a:p>
          <a:endParaRPr lang="en-US"/>
        </a:p>
      </dgm:t>
    </dgm:pt>
    <dgm:pt modelId="{D9603A3A-94BA-4D77-B759-AC6195843269}" type="sibTrans" cxnId="{FE910883-8306-4E76-826C-3E42A69CA6B8}">
      <dgm:prSet/>
      <dgm:spPr/>
      <dgm:t>
        <a:bodyPr/>
        <a:lstStyle/>
        <a:p>
          <a:endParaRPr lang="en-US"/>
        </a:p>
      </dgm:t>
    </dgm:pt>
    <dgm:pt modelId="{60090B55-9092-4186-BC0C-19BF103574B7}" type="pres">
      <dgm:prSet presAssocID="{CBC30943-4F79-4908-BBCD-0951C7577A68}" presName="root" presStyleCnt="0">
        <dgm:presLayoutVars>
          <dgm:dir/>
          <dgm:resizeHandles val="exact"/>
        </dgm:presLayoutVars>
      </dgm:prSet>
      <dgm:spPr/>
    </dgm:pt>
    <dgm:pt modelId="{AF5C314E-3EDA-45C7-8C9E-CF3DA64F9395}" type="pres">
      <dgm:prSet presAssocID="{A707D092-418B-4A6F-992D-661301AEE5AF}" presName="compNode" presStyleCnt="0"/>
      <dgm:spPr/>
    </dgm:pt>
    <dgm:pt modelId="{0BA1899C-CC80-411D-8CBF-B1EE48A75DE3}" type="pres">
      <dgm:prSet presAssocID="{A707D092-418B-4A6F-992D-661301AEE5AF}" presName="bgRect" presStyleLbl="bgShp" presStyleIdx="0" presStyleCnt="2"/>
      <dgm:spPr/>
    </dgm:pt>
    <dgm:pt modelId="{B272C994-5336-4C81-BC65-C31C6850B075}" type="pres">
      <dgm:prSet presAssocID="{A707D092-418B-4A6F-992D-661301AEE5AF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8B8AD7D-A3ED-4FB5-AC90-BB4082A7F8C3}" type="pres">
      <dgm:prSet presAssocID="{A707D092-418B-4A6F-992D-661301AEE5AF}" presName="spaceRect" presStyleCnt="0"/>
      <dgm:spPr/>
    </dgm:pt>
    <dgm:pt modelId="{64B3A8D3-C1E3-4841-AB6B-40BC6471ED84}" type="pres">
      <dgm:prSet presAssocID="{A707D092-418B-4A6F-992D-661301AEE5AF}" presName="parTx" presStyleLbl="revTx" presStyleIdx="0" presStyleCnt="2">
        <dgm:presLayoutVars>
          <dgm:chMax val="0"/>
          <dgm:chPref val="0"/>
        </dgm:presLayoutVars>
      </dgm:prSet>
      <dgm:spPr/>
    </dgm:pt>
    <dgm:pt modelId="{B13994C9-45EF-48D1-8F18-90C76C06FC12}" type="pres">
      <dgm:prSet presAssocID="{5218D557-A418-4A26-96B9-F4D240702F05}" presName="sibTrans" presStyleCnt="0"/>
      <dgm:spPr/>
    </dgm:pt>
    <dgm:pt modelId="{CFB78730-84F9-4607-AF9F-0C858569A9AA}" type="pres">
      <dgm:prSet presAssocID="{3A01A519-DA63-4410-AAC9-077A9C25103D}" presName="compNode" presStyleCnt="0"/>
      <dgm:spPr/>
    </dgm:pt>
    <dgm:pt modelId="{7A33F2ED-2E3E-4CB9-8838-D4415D16737B}" type="pres">
      <dgm:prSet presAssocID="{3A01A519-DA63-4410-AAC9-077A9C25103D}" presName="bgRect" presStyleLbl="bgShp" presStyleIdx="1" presStyleCnt="2"/>
      <dgm:spPr/>
    </dgm:pt>
    <dgm:pt modelId="{D967FD73-C559-48C2-ADAA-F88F9B45733B}" type="pres">
      <dgm:prSet presAssocID="{3A01A519-DA63-4410-AAC9-077A9C25103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A8B7F20D-47F4-4A42-A291-8C3F2818D187}" type="pres">
      <dgm:prSet presAssocID="{3A01A519-DA63-4410-AAC9-077A9C25103D}" presName="spaceRect" presStyleCnt="0"/>
      <dgm:spPr/>
    </dgm:pt>
    <dgm:pt modelId="{A9EACE6C-4A50-4CE8-B9DE-1BC98200AB4B}" type="pres">
      <dgm:prSet presAssocID="{3A01A519-DA63-4410-AAC9-077A9C25103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09F0EF0D-CC26-4CC9-A297-09C29CCA779E}" type="presOf" srcId="{CBC30943-4F79-4908-BBCD-0951C7577A68}" destId="{60090B55-9092-4186-BC0C-19BF103574B7}" srcOrd="0" destOrd="0" presId="urn:microsoft.com/office/officeart/2018/2/layout/IconVerticalSolidList"/>
    <dgm:cxn modelId="{72D48E63-E41B-432C-A337-7C78AE14F395}" srcId="{CBC30943-4F79-4908-BBCD-0951C7577A68}" destId="{A707D092-418B-4A6F-992D-661301AEE5AF}" srcOrd="0" destOrd="0" parTransId="{BEB129F3-7877-48AC-B5C5-631B2667AF08}" sibTransId="{5218D557-A418-4A26-96B9-F4D240702F05}"/>
    <dgm:cxn modelId="{821E6B75-7F7F-40BF-8A27-F72E29FC07B1}" type="presOf" srcId="{3A01A519-DA63-4410-AAC9-077A9C25103D}" destId="{A9EACE6C-4A50-4CE8-B9DE-1BC98200AB4B}" srcOrd="0" destOrd="0" presId="urn:microsoft.com/office/officeart/2018/2/layout/IconVerticalSolidList"/>
    <dgm:cxn modelId="{FE910883-8306-4E76-826C-3E42A69CA6B8}" srcId="{CBC30943-4F79-4908-BBCD-0951C7577A68}" destId="{3A01A519-DA63-4410-AAC9-077A9C25103D}" srcOrd="1" destOrd="0" parTransId="{2774D42B-D4DA-43C9-BC79-8489A83877AF}" sibTransId="{D9603A3A-94BA-4D77-B759-AC6195843269}"/>
    <dgm:cxn modelId="{C669CB99-AAA4-4EEF-8FBA-90671AF19D20}" type="presOf" srcId="{A707D092-418B-4A6F-992D-661301AEE5AF}" destId="{64B3A8D3-C1E3-4841-AB6B-40BC6471ED84}" srcOrd="0" destOrd="0" presId="urn:microsoft.com/office/officeart/2018/2/layout/IconVerticalSolidList"/>
    <dgm:cxn modelId="{0C062A33-6076-469A-9905-051E7B692BD3}" type="presParOf" srcId="{60090B55-9092-4186-BC0C-19BF103574B7}" destId="{AF5C314E-3EDA-45C7-8C9E-CF3DA64F9395}" srcOrd="0" destOrd="0" presId="urn:microsoft.com/office/officeart/2018/2/layout/IconVerticalSolidList"/>
    <dgm:cxn modelId="{1EBEA423-9C27-4A7B-ADF9-0F7436ECFCE1}" type="presParOf" srcId="{AF5C314E-3EDA-45C7-8C9E-CF3DA64F9395}" destId="{0BA1899C-CC80-411D-8CBF-B1EE48A75DE3}" srcOrd="0" destOrd="0" presId="urn:microsoft.com/office/officeart/2018/2/layout/IconVerticalSolidList"/>
    <dgm:cxn modelId="{E261F902-BE2A-4B1D-92BE-BC4D48186A0E}" type="presParOf" srcId="{AF5C314E-3EDA-45C7-8C9E-CF3DA64F9395}" destId="{B272C994-5336-4C81-BC65-C31C6850B075}" srcOrd="1" destOrd="0" presId="urn:microsoft.com/office/officeart/2018/2/layout/IconVerticalSolidList"/>
    <dgm:cxn modelId="{AA582EAB-A58E-4895-8D8F-E7095FF9156F}" type="presParOf" srcId="{AF5C314E-3EDA-45C7-8C9E-CF3DA64F9395}" destId="{68B8AD7D-A3ED-4FB5-AC90-BB4082A7F8C3}" srcOrd="2" destOrd="0" presId="urn:microsoft.com/office/officeart/2018/2/layout/IconVerticalSolidList"/>
    <dgm:cxn modelId="{97FD9B84-F496-41B9-9052-A9625DC086FB}" type="presParOf" srcId="{AF5C314E-3EDA-45C7-8C9E-CF3DA64F9395}" destId="{64B3A8D3-C1E3-4841-AB6B-40BC6471ED84}" srcOrd="3" destOrd="0" presId="urn:microsoft.com/office/officeart/2018/2/layout/IconVerticalSolidList"/>
    <dgm:cxn modelId="{1DF76263-B1DE-4280-A534-D415C7B8A702}" type="presParOf" srcId="{60090B55-9092-4186-BC0C-19BF103574B7}" destId="{B13994C9-45EF-48D1-8F18-90C76C06FC12}" srcOrd="1" destOrd="0" presId="urn:microsoft.com/office/officeart/2018/2/layout/IconVerticalSolidList"/>
    <dgm:cxn modelId="{47FD31F0-5DA3-429E-81BE-9047344F1BA1}" type="presParOf" srcId="{60090B55-9092-4186-BC0C-19BF103574B7}" destId="{CFB78730-84F9-4607-AF9F-0C858569A9AA}" srcOrd="2" destOrd="0" presId="urn:microsoft.com/office/officeart/2018/2/layout/IconVerticalSolidList"/>
    <dgm:cxn modelId="{2A09AA61-8F41-40C9-B63A-7AF585F198A3}" type="presParOf" srcId="{CFB78730-84F9-4607-AF9F-0C858569A9AA}" destId="{7A33F2ED-2E3E-4CB9-8838-D4415D16737B}" srcOrd="0" destOrd="0" presId="urn:microsoft.com/office/officeart/2018/2/layout/IconVerticalSolidList"/>
    <dgm:cxn modelId="{4B9C744A-B62F-43CA-A95C-3FFE4557031B}" type="presParOf" srcId="{CFB78730-84F9-4607-AF9F-0C858569A9AA}" destId="{D967FD73-C559-48C2-ADAA-F88F9B45733B}" srcOrd="1" destOrd="0" presId="urn:microsoft.com/office/officeart/2018/2/layout/IconVerticalSolidList"/>
    <dgm:cxn modelId="{4A9DA26C-3548-4AB5-8838-936D662A281F}" type="presParOf" srcId="{CFB78730-84F9-4607-AF9F-0C858569A9AA}" destId="{A8B7F20D-47F4-4A42-A291-8C3F2818D187}" srcOrd="2" destOrd="0" presId="urn:microsoft.com/office/officeart/2018/2/layout/IconVerticalSolidList"/>
    <dgm:cxn modelId="{9B98A426-850A-4189-8AE0-86D948976AAA}" type="presParOf" srcId="{CFB78730-84F9-4607-AF9F-0C858569A9AA}" destId="{A9EACE6C-4A50-4CE8-B9DE-1BC98200AB4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605092-2D07-4A3D-88F1-BDE15A12D08E}" type="doc">
      <dgm:prSet loTypeId="urn:microsoft.com/office/officeart/2005/8/layout/default" loCatId="list" qsTypeId="urn:microsoft.com/office/officeart/2005/8/quickstyle/simple2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06CFE6FB-EB8C-4A9A-B764-608724C14091}">
      <dgm:prSet/>
      <dgm:spPr/>
      <dgm:t>
        <a:bodyPr/>
        <a:lstStyle/>
        <a:p>
          <a:r>
            <a:rPr lang="en-US" b="1"/>
            <a:t>Capture</a:t>
          </a:r>
          <a:endParaRPr lang="en-US"/>
        </a:p>
      </dgm:t>
    </dgm:pt>
    <dgm:pt modelId="{129B37DF-8A2F-472B-A77B-C31052BFB50A}" type="parTrans" cxnId="{4587C682-CAE1-4946-8232-0EE76DE14FF9}">
      <dgm:prSet/>
      <dgm:spPr/>
      <dgm:t>
        <a:bodyPr/>
        <a:lstStyle/>
        <a:p>
          <a:endParaRPr lang="en-US"/>
        </a:p>
      </dgm:t>
    </dgm:pt>
    <dgm:pt modelId="{C8DB6316-56A3-43FE-A0F2-97C0AC2F17B6}" type="sibTrans" cxnId="{4587C682-CAE1-4946-8232-0EE76DE14FF9}">
      <dgm:prSet/>
      <dgm:spPr/>
      <dgm:t>
        <a:bodyPr/>
        <a:lstStyle/>
        <a:p>
          <a:endParaRPr lang="en-US"/>
        </a:p>
      </dgm:t>
    </dgm:pt>
    <dgm:pt modelId="{833D52AD-32E9-4C9E-998F-E4D6F3D95019}">
      <dgm:prSet/>
      <dgm:spPr/>
      <dgm:t>
        <a:bodyPr/>
        <a:lstStyle/>
        <a:p>
          <a:r>
            <a:rPr lang="en-US" b="1"/>
            <a:t>Organise</a:t>
          </a:r>
          <a:endParaRPr lang="en-US"/>
        </a:p>
      </dgm:t>
    </dgm:pt>
    <dgm:pt modelId="{BBCDCA62-4C57-4672-85A9-A2D5940E4490}" type="parTrans" cxnId="{FF4AC00A-3221-4BC4-BC1C-7F258C39D42D}">
      <dgm:prSet/>
      <dgm:spPr/>
      <dgm:t>
        <a:bodyPr/>
        <a:lstStyle/>
        <a:p>
          <a:endParaRPr lang="en-US"/>
        </a:p>
      </dgm:t>
    </dgm:pt>
    <dgm:pt modelId="{A6F76F78-33E0-4539-B7F8-273C65FEAC2B}" type="sibTrans" cxnId="{FF4AC00A-3221-4BC4-BC1C-7F258C39D42D}">
      <dgm:prSet/>
      <dgm:spPr/>
      <dgm:t>
        <a:bodyPr/>
        <a:lstStyle/>
        <a:p>
          <a:endParaRPr lang="en-US"/>
        </a:p>
      </dgm:t>
    </dgm:pt>
    <dgm:pt modelId="{E04F7CC5-4F1F-4087-8843-80D21C61C436}">
      <dgm:prSet/>
      <dgm:spPr/>
      <dgm:t>
        <a:bodyPr/>
        <a:lstStyle/>
        <a:p>
          <a:r>
            <a:rPr lang="en-US" b="1"/>
            <a:t>Store</a:t>
          </a:r>
          <a:endParaRPr lang="en-US"/>
        </a:p>
      </dgm:t>
    </dgm:pt>
    <dgm:pt modelId="{56B6D314-2F4C-4147-B34F-2D47C094A8C9}" type="parTrans" cxnId="{FA623662-3277-4EDB-B223-255FC99EB08C}">
      <dgm:prSet/>
      <dgm:spPr/>
      <dgm:t>
        <a:bodyPr/>
        <a:lstStyle/>
        <a:p>
          <a:endParaRPr lang="en-US"/>
        </a:p>
      </dgm:t>
    </dgm:pt>
    <dgm:pt modelId="{12467CE0-C8EB-4483-B6A9-23C6EB73801F}" type="sibTrans" cxnId="{FA623662-3277-4EDB-B223-255FC99EB08C}">
      <dgm:prSet/>
      <dgm:spPr/>
      <dgm:t>
        <a:bodyPr/>
        <a:lstStyle/>
        <a:p>
          <a:endParaRPr lang="en-US"/>
        </a:p>
      </dgm:t>
    </dgm:pt>
    <dgm:pt modelId="{6DC3D3D9-2F6D-42F6-B846-95F760F6DB9E}">
      <dgm:prSet/>
      <dgm:spPr/>
      <dgm:t>
        <a:bodyPr/>
        <a:lstStyle/>
        <a:p>
          <a:r>
            <a:rPr lang="en-US" b="1"/>
            <a:t>Maintain</a:t>
          </a:r>
          <a:endParaRPr lang="en-US"/>
        </a:p>
      </dgm:t>
    </dgm:pt>
    <dgm:pt modelId="{10E43675-C661-4A39-8A9C-D9AAD0E508AC}" type="parTrans" cxnId="{268978C1-CA3D-4B90-A643-058EC16343DD}">
      <dgm:prSet/>
      <dgm:spPr/>
      <dgm:t>
        <a:bodyPr/>
        <a:lstStyle/>
        <a:p>
          <a:endParaRPr lang="en-US"/>
        </a:p>
      </dgm:t>
    </dgm:pt>
    <dgm:pt modelId="{D49262D2-45D7-4971-B006-96E32E9F62E0}" type="sibTrans" cxnId="{268978C1-CA3D-4B90-A643-058EC16343DD}">
      <dgm:prSet/>
      <dgm:spPr/>
      <dgm:t>
        <a:bodyPr/>
        <a:lstStyle/>
        <a:p>
          <a:endParaRPr lang="en-US"/>
        </a:p>
      </dgm:t>
    </dgm:pt>
    <dgm:pt modelId="{2D6F4F5D-BCE8-4196-A7B9-4638155BFA90}">
      <dgm:prSet/>
      <dgm:spPr/>
      <dgm:t>
        <a:bodyPr/>
        <a:lstStyle/>
        <a:p>
          <a:r>
            <a:rPr lang="en-US" b="1"/>
            <a:t>Retrieve and use</a:t>
          </a:r>
          <a:endParaRPr lang="en-US"/>
        </a:p>
      </dgm:t>
    </dgm:pt>
    <dgm:pt modelId="{E5B02FB1-1A61-416F-8252-C9BB1D20B3C2}" type="parTrans" cxnId="{642A854F-1D70-45A4-9F19-01C08F920D8A}">
      <dgm:prSet/>
      <dgm:spPr/>
      <dgm:t>
        <a:bodyPr/>
        <a:lstStyle/>
        <a:p>
          <a:endParaRPr lang="en-US"/>
        </a:p>
      </dgm:t>
    </dgm:pt>
    <dgm:pt modelId="{6E655C77-EABD-47A9-9588-63A609D1817C}" type="sibTrans" cxnId="{642A854F-1D70-45A4-9F19-01C08F920D8A}">
      <dgm:prSet/>
      <dgm:spPr/>
      <dgm:t>
        <a:bodyPr/>
        <a:lstStyle/>
        <a:p>
          <a:endParaRPr lang="en-US"/>
        </a:p>
      </dgm:t>
    </dgm:pt>
    <dgm:pt modelId="{BAFB3193-8B87-4EDD-ADC0-7268B327BE58}">
      <dgm:prSet/>
      <dgm:spPr/>
      <dgm:t>
        <a:bodyPr/>
        <a:lstStyle/>
        <a:p>
          <a:r>
            <a:rPr lang="en-US" b="1"/>
            <a:t>Protect and retain</a:t>
          </a:r>
          <a:endParaRPr lang="en-US"/>
        </a:p>
      </dgm:t>
    </dgm:pt>
    <dgm:pt modelId="{A7F7CEB4-042F-4CF5-A52E-5DA16C0E011E}" type="parTrans" cxnId="{FAE93778-C762-4F94-BFB4-02D14292E9BB}">
      <dgm:prSet/>
      <dgm:spPr/>
      <dgm:t>
        <a:bodyPr/>
        <a:lstStyle/>
        <a:p>
          <a:endParaRPr lang="en-US"/>
        </a:p>
      </dgm:t>
    </dgm:pt>
    <dgm:pt modelId="{2DBBC353-018F-4822-A149-6F0B7B20D367}" type="sibTrans" cxnId="{FAE93778-C762-4F94-BFB4-02D14292E9BB}">
      <dgm:prSet/>
      <dgm:spPr/>
      <dgm:t>
        <a:bodyPr/>
        <a:lstStyle/>
        <a:p>
          <a:endParaRPr lang="en-US"/>
        </a:p>
      </dgm:t>
    </dgm:pt>
    <dgm:pt modelId="{E3879197-9533-480E-8995-498B2083387B}">
      <dgm:prSet/>
      <dgm:spPr/>
      <dgm:t>
        <a:bodyPr/>
        <a:lstStyle/>
        <a:p>
          <a:r>
            <a:rPr lang="en-US" dirty="0"/>
            <a:t>The process is continuous. Data may need to be updated, checked or retrieved many times.</a:t>
          </a:r>
        </a:p>
      </dgm:t>
    </dgm:pt>
    <dgm:pt modelId="{B05D5451-C6B3-4583-944F-830156F867AE}" type="parTrans" cxnId="{8380C704-D089-46A9-A09D-D15BAEFEABBE}">
      <dgm:prSet/>
      <dgm:spPr/>
      <dgm:t>
        <a:bodyPr/>
        <a:lstStyle/>
        <a:p>
          <a:endParaRPr lang="en-US"/>
        </a:p>
      </dgm:t>
    </dgm:pt>
    <dgm:pt modelId="{1A3A4837-3D73-470D-BD35-FB8DD34DA13D}" type="sibTrans" cxnId="{8380C704-D089-46A9-A09D-D15BAEFEABBE}">
      <dgm:prSet/>
      <dgm:spPr/>
      <dgm:t>
        <a:bodyPr/>
        <a:lstStyle/>
        <a:p>
          <a:endParaRPr lang="en-US"/>
        </a:p>
      </dgm:t>
    </dgm:pt>
    <dgm:pt modelId="{A52598F3-D252-4BA0-BE9F-ABDCF1069677}" type="pres">
      <dgm:prSet presAssocID="{B4605092-2D07-4A3D-88F1-BDE15A12D08E}" presName="diagram" presStyleCnt="0">
        <dgm:presLayoutVars>
          <dgm:dir/>
          <dgm:resizeHandles val="exact"/>
        </dgm:presLayoutVars>
      </dgm:prSet>
      <dgm:spPr/>
    </dgm:pt>
    <dgm:pt modelId="{C451C537-6851-48D9-B3B2-952CBF411A72}" type="pres">
      <dgm:prSet presAssocID="{06CFE6FB-EB8C-4A9A-B764-608724C14091}" presName="node" presStyleLbl="node1" presStyleIdx="0" presStyleCnt="7">
        <dgm:presLayoutVars>
          <dgm:bulletEnabled val="1"/>
        </dgm:presLayoutVars>
      </dgm:prSet>
      <dgm:spPr/>
    </dgm:pt>
    <dgm:pt modelId="{C7DE796E-5C6D-4BA2-8C35-C46431404AA8}" type="pres">
      <dgm:prSet presAssocID="{C8DB6316-56A3-43FE-A0F2-97C0AC2F17B6}" presName="sibTrans" presStyleCnt="0"/>
      <dgm:spPr/>
    </dgm:pt>
    <dgm:pt modelId="{A6E99EF4-DDDF-4FDD-B140-DCE2CFAB32E5}" type="pres">
      <dgm:prSet presAssocID="{833D52AD-32E9-4C9E-998F-E4D6F3D95019}" presName="node" presStyleLbl="node1" presStyleIdx="1" presStyleCnt="7">
        <dgm:presLayoutVars>
          <dgm:bulletEnabled val="1"/>
        </dgm:presLayoutVars>
      </dgm:prSet>
      <dgm:spPr/>
    </dgm:pt>
    <dgm:pt modelId="{3B0AB880-5EDE-480A-AD45-10C9979234C1}" type="pres">
      <dgm:prSet presAssocID="{A6F76F78-33E0-4539-B7F8-273C65FEAC2B}" presName="sibTrans" presStyleCnt="0"/>
      <dgm:spPr/>
    </dgm:pt>
    <dgm:pt modelId="{F098116F-4F9C-4917-8FC6-5BEC86E7DAFD}" type="pres">
      <dgm:prSet presAssocID="{E04F7CC5-4F1F-4087-8843-80D21C61C436}" presName="node" presStyleLbl="node1" presStyleIdx="2" presStyleCnt="7">
        <dgm:presLayoutVars>
          <dgm:bulletEnabled val="1"/>
        </dgm:presLayoutVars>
      </dgm:prSet>
      <dgm:spPr/>
    </dgm:pt>
    <dgm:pt modelId="{27399EFA-0482-4783-B2EA-129927E3427F}" type="pres">
      <dgm:prSet presAssocID="{12467CE0-C8EB-4483-B6A9-23C6EB73801F}" presName="sibTrans" presStyleCnt="0"/>
      <dgm:spPr/>
    </dgm:pt>
    <dgm:pt modelId="{DE3B4A92-2452-47BA-94B4-35529F5AA2B0}" type="pres">
      <dgm:prSet presAssocID="{6DC3D3D9-2F6D-42F6-B846-95F760F6DB9E}" presName="node" presStyleLbl="node1" presStyleIdx="3" presStyleCnt="7">
        <dgm:presLayoutVars>
          <dgm:bulletEnabled val="1"/>
        </dgm:presLayoutVars>
      </dgm:prSet>
      <dgm:spPr/>
    </dgm:pt>
    <dgm:pt modelId="{A58D0370-4936-49C6-B70A-7F78EA5A30E8}" type="pres">
      <dgm:prSet presAssocID="{D49262D2-45D7-4971-B006-96E32E9F62E0}" presName="sibTrans" presStyleCnt="0"/>
      <dgm:spPr/>
    </dgm:pt>
    <dgm:pt modelId="{EC62E817-03C2-4DB4-852E-8B5E13520CB5}" type="pres">
      <dgm:prSet presAssocID="{2D6F4F5D-BCE8-4196-A7B9-4638155BFA90}" presName="node" presStyleLbl="node1" presStyleIdx="4" presStyleCnt="7">
        <dgm:presLayoutVars>
          <dgm:bulletEnabled val="1"/>
        </dgm:presLayoutVars>
      </dgm:prSet>
      <dgm:spPr/>
    </dgm:pt>
    <dgm:pt modelId="{D299319D-6751-4303-BFF4-D263F2756B28}" type="pres">
      <dgm:prSet presAssocID="{6E655C77-EABD-47A9-9588-63A609D1817C}" presName="sibTrans" presStyleCnt="0"/>
      <dgm:spPr/>
    </dgm:pt>
    <dgm:pt modelId="{D16614F6-D4D4-4431-8B9C-CDB1C5843437}" type="pres">
      <dgm:prSet presAssocID="{BAFB3193-8B87-4EDD-ADC0-7268B327BE58}" presName="node" presStyleLbl="node1" presStyleIdx="5" presStyleCnt="7">
        <dgm:presLayoutVars>
          <dgm:bulletEnabled val="1"/>
        </dgm:presLayoutVars>
      </dgm:prSet>
      <dgm:spPr/>
    </dgm:pt>
    <dgm:pt modelId="{9AFCD1AE-59CD-45D3-8E58-7AF9DD773A19}" type="pres">
      <dgm:prSet presAssocID="{2DBBC353-018F-4822-A149-6F0B7B20D367}" presName="sibTrans" presStyleCnt="0"/>
      <dgm:spPr/>
    </dgm:pt>
    <dgm:pt modelId="{B81F5A80-682C-4090-9B32-EE9B476E449B}" type="pres">
      <dgm:prSet presAssocID="{E3879197-9533-480E-8995-498B2083387B}" presName="node" presStyleLbl="node1" presStyleIdx="6" presStyleCnt="7">
        <dgm:presLayoutVars>
          <dgm:bulletEnabled val="1"/>
        </dgm:presLayoutVars>
      </dgm:prSet>
      <dgm:spPr/>
    </dgm:pt>
  </dgm:ptLst>
  <dgm:cxnLst>
    <dgm:cxn modelId="{8380C704-D089-46A9-A09D-D15BAEFEABBE}" srcId="{B4605092-2D07-4A3D-88F1-BDE15A12D08E}" destId="{E3879197-9533-480E-8995-498B2083387B}" srcOrd="6" destOrd="0" parTransId="{B05D5451-C6B3-4583-944F-830156F867AE}" sibTransId="{1A3A4837-3D73-470D-BD35-FB8DD34DA13D}"/>
    <dgm:cxn modelId="{FF4AC00A-3221-4BC4-BC1C-7F258C39D42D}" srcId="{B4605092-2D07-4A3D-88F1-BDE15A12D08E}" destId="{833D52AD-32E9-4C9E-998F-E4D6F3D95019}" srcOrd="1" destOrd="0" parTransId="{BBCDCA62-4C57-4672-85A9-A2D5940E4490}" sibTransId="{A6F76F78-33E0-4539-B7F8-273C65FEAC2B}"/>
    <dgm:cxn modelId="{6876F813-F20B-4BED-9144-C9FEBD919F3D}" type="presOf" srcId="{B4605092-2D07-4A3D-88F1-BDE15A12D08E}" destId="{A52598F3-D252-4BA0-BE9F-ABDCF1069677}" srcOrd="0" destOrd="0" presId="urn:microsoft.com/office/officeart/2005/8/layout/default"/>
    <dgm:cxn modelId="{FA623662-3277-4EDB-B223-255FC99EB08C}" srcId="{B4605092-2D07-4A3D-88F1-BDE15A12D08E}" destId="{E04F7CC5-4F1F-4087-8843-80D21C61C436}" srcOrd="2" destOrd="0" parTransId="{56B6D314-2F4C-4147-B34F-2D47C094A8C9}" sibTransId="{12467CE0-C8EB-4483-B6A9-23C6EB73801F}"/>
    <dgm:cxn modelId="{642A854F-1D70-45A4-9F19-01C08F920D8A}" srcId="{B4605092-2D07-4A3D-88F1-BDE15A12D08E}" destId="{2D6F4F5D-BCE8-4196-A7B9-4638155BFA90}" srcOrd="4" destOrd="0" parTransId="{E5B02FB1-1A61-416F-8252-C9BB1D20B3C2}" sibTransId="{6E655C77-EABD-47A9-9588-63A609D1817C}"/>
    <dgm:cxn modelId="{A0138171-542A-41EF-8A0A-C443F671D7AC}" type="presOf" srcId="{833D52AD-32E9-4C9E-998F-E4D6F3D95019}" destId="{A6E99EF4-DDDF-4FDD-B140-DCE2CFAB32E5}" srcOrd="0" destOrd="0" presId="urn:microsoft.com/office/officeart/2005/8/layout/default"/>
    <dgm:cxn modelId="{FAE93778-C762-4F94-BFB4-02D14292E9BB}" srcId="{B4605092-2D07-4A3D-88F1-BDE15A12D08E}" destId="{BAFB3193-8B87-4EDD-ADC0-7268B327BE58}" srcOrd="5" destOrd="0" parTransId="{A7F7CEB4-042F-4CF5-A52E-5DA16C0E011E}" sibTransId="{2DBBC353-018F-4822-A149-6F0B7B20D367}"/>
    <dgm:cxn modelId="{4587C682-CAE1-4946-8232-0EE76DE14FF9}" srcId="{B4605092-2D07-4A3D-88F1-BDE15A12D08E}" destId="{06CFE6FB-EB8C-4A9A-B764-608724C14091}" srcOrd="0" destOrd="0" parTransId="{129B37DF-8A2F-472B-A77B-C31052BFB50A}" sibTransId="{C8DB6316-56A3-43FE-A0F2-97C0AC2F17B6}"/>
    <dgm:cxn modelId="{0BB94BAF-11DE-43D3-8FC1-F97FA7F30A57}" type="presOf" srcId="{E3879197-9533-480E-8995-498B2083387B}" destId="{B81F5A80-682C-4090-9B32-EE9B476E449B}" srcOrd="0" destOrd="0" presId="urn:microsoft.com/office/officeart/2005/8/layout/default"/>
    <dgm:cxn modelId="{268978C1-CA3D-4B90-A643-058EC16343DD}" srcId="{B4605092-2D07-4A3D-88F1-BDE15A12D08E}" destId="{6DC3D3D9-2F6D-42F6-B846-95F760F6DB9E}" srcOrd="3" destOrd="0" parTransId="{10E43675-C661-4A39-8A9C-D9AAD0E508AC}" sibTransId="{D49262D2-45D7-4971-B006-96E32E9F62E0}"/>
    <dgm:cxn modelId="{12260AC3-9D5F-43F3-8555-D2EDF0F4FAFD}" type="presOf" srcId="{2D6F4F5D-BCE8-4196-A7B9-4638155BFA90}" destId="{EC62E817-03C2-4DB4-852E-8B5E13520CB5}" srcOrd="0" destOrd="0" presId="urn:microsoft.com/office/officeart/2005/8/layout/default"/>
    <dgm:cxn modelId="{2816B8D4-8995-47D3-902A-E753CFB658CF}" type="presOf" srcId="{E04F7CC5-4F1F-4087-8843-80D21C61C436}" destId="{F098116F-4F9C-4917-8FC6-5BEC86E7DAFD}" srcOrd="0" destOrd="0" presId="urn:microsoft.com/office/officeart/2005/8/layout/default"/>
    <dgm:cxn modelId="{56E8BDE6-B35A-4D6A-833D-8DCBCB3C54C4}" type="presOf" srcId="{06CFE6FB-EB8C-4A9A-B764-608724C14091}" destId="{C451C537-6851-48D9-B3B2-952CBF411A72}" srcOrd="0" destOrd="0" presId="urn:microsoft.com/office/officeart/2005/8/layout/default"/>
    <dgm:cxn modelId="{65A795EE-0F03-4B0A-B0C4-4FBE1BF6C3EA}" type="presOf" srcId="{6DC3D3D9-2F6D-42F6-B846-95F760F6DB9E}" destId="{DE3B4A92-2452-47BA-94B4-35529F5AA2B0}" srcOrd="0" destOrd="0" presId="urn:microsoft.com/office/officeart/2005/8/layout/default"/>
    <dgm:cxn modelId="{D7F8A9EE-FF46-471E-9B2A-B9919CBD7A4E}" type="presOf" srcId="{BAFB3193-8B87-4EDD-ADC0-7268B327BE58}" destId="{D16614F6-D4D4-4431-8B9C-CDB1C5843437}" srcOrd="0" destOrd="0" presId="urn:microsoft.com/office/officeart/2005/8/layout/default"/>
    <dgm:cxn modelId="{68D16BA1-4789-44D5-A923-6AF467D5B7B5}" type="presParOf" srcId="{A52598F3-D252-4BA0-BE9F-ABDCF1069677}" destId="{C451C537-6851-48D9-B3B2-952CBF411A72}" srcOrd="0" destOrd="0" presId="urn:microsoft.com/office/officeart/2005/8/layout/default"/>
    <dgm:cxn modelId="{C4F8D4C0-CE02-4173-9A09-35A7CF1FC624}" type="presParOf" srcId="{A52598F3-D252-4BA0-BE9F-ABDCF1069677}" destId="{C7DE796E-5C6D-4BA2-8C35-C46431404AA8}" srcOrd="1" destOrd="0" presId="urn:microsoft.com/office/officeart/2005/8/layout/default"/>
    <dgm:cxn modelId="{A288B693-8868-4F0A-B03F-35E116CD6172}" type="presParOf" srcId="{A52598F3-D252-4BA0-BE9F-ABDCF1069677}" destId="{A6E99EF4-DDDF-4FDD-B140-DCE2CFAB32E5}" srcOrd="2" destOrd="0" presId="urn:microsoft.com/office/officeart/2005/8/layout/default"/>
    <dgm:cxn modelId="{26F04AC7-3301-4FE7-A337-A220496658B2}" type="presParOf" srcId="{A52598F3-D252-4BA0-BE9F-ABDCF1069677}" destId="{3B0AB880-5EDE-480A-AD45-10C9979234C1}" srcOrd="3" destOrd="0" presId="urn:microsoft.com/office/officeart/2005/8/layout/default"/>
    <dgm:cxn modelId="{F18C1FB7-220B-4F30-87BA-13FB17AC85F3}" type="presParOf" srcId="{A52598F3-D252-4BA0-BE9F-ABDCF1069677}" destId="{F098116F-4F9C-4917-8FC6-5BEC86E7DAFD}" srcOrd="4" destOrd="0" presId="urn:microsoft.com/office/officeart/2005/8/layout/default"/>
    <dgm:cxn modelId="{3209D835-7BC9-440B-A066-1D5E9AB66451}" type="presParOf" srcId="{A52598F3-D252-4BA0-BE9F-ABDCF1069677}" destId="{27399EFA-0482-4783-B2EA-129927E3427F}" srcOrd="5" destOrd="0" presId="urn:microsoft.com/office/officeart/2005/8/layout/default"/>
    <dgm:cxn modelId="{612C4E51-43E0-4364-9518-3759B975A1C3}" type="presParOf" srcId="{A52598F3-D252-4BA0-BE9F-ABDCF1069677}" destId="{DE3B4A92-2452-47BA-94B4-35529F5AA2B0}" srcOrd="6" destOrd="0" presId="urn:microsoft.com/office/officeart/2005/8/layout/default"/>
    <dgm:cxn modelId="{0FE483BB-E266-4EAB-991F-381377750935}" type="presParOf" srcId="{A52598F3-D252-4BA0-BE9F-ABDCF1069677}" destId="{A58D0370-4936-49C6-B70A-7F78EA5A30E8}" srcOrd="7" destOrd="0" presId="urn:microsoft.com/office/officeart/2005/8/layout/default"/>
    <dgm:cxn modelId="{FD5BDD3E-2BE0-4D19-8785-3BD2060AB940}" type="presParOf" srcId="{A52598F3-D252-4BA0-BE9F-ABDCF1069677}" destId="{EC62E817-03C2-4DB4-852E-8B5E13520CB5}" srcOrd="8" destOrd="0" presId="urn:microsoft.com/office/officeart/2005/8/layout/default"/>
    <dgm:cxn modelId="{0EE888A4-614C-4106-BBB7-799EAF195120}" type="presParOf" srcId="{A52598F3-D252-4BA0-BE9F-ABDCF1069677}" destId="{D299319D-6751-4303-BFF4-D263F2756B28}" srcOrd="9" destOrd="0" presId="urn:microsoft.com/office/officeart/2005/8/layout/default"/>
    <dgm:cxn modelId="{B64A552D-E3BE-4412-9181-FCA626A292B2}" type="presParOf" srcId="{A52598F3-D252-4BA0-BE9F-ABDCF1069677}" destId="{D16614F6-D4D4-4431-8B9C-CDB1C5843437}" srcOrd="10" destOrd="0" presId="urn:microsoft.com/office/officeart/2005/8/layout/default"/>
    <dgm:cxn modelId="{52697A88-94C7-4198-A797-FDE60C80E316}" type="presParOf" srcId="{A52598F3-D252-4BA0-BE9F-ABDCF1069677}" destId="{9AFCD1AE-59CD-45D3-8E58-7AF9DD773A19}" srcOrd="11" destOrd="0" presId="urn:microsoft.com/office/officeart/2005/8/layout/default"/>
    <dgm:cxn modelId="{8444950D-4ACC-491C-B6BB-9EB892716016}" type="presParOf" srcId="{A52598F3-D252-4BA0-BE9F-ABDCF1069677}" destId="{B81F5A80-682C-4090-9B32-EE9B476E449B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E6EC45B-1639-4AB0-85F9-83B227CBBA24}">
      <dsp:nvSpPr>
        <dsp:cNvPr id="0" name=""/>
        <dsp:cNvSpPr/>
      </dsp:nvSpPr>
      <dsp:spPr>
        <a:xfrm>
          <a:off x="632" y="1195414"/>
          <a:ext cx="2220143" cy="1409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14F227-81E5-4BC7-9408-7912BC974C75}">
      <dsp:nvSpPr>
        <dsp:cNvPr id="0" name=""/>
        <dsp:cNvSpPr/>
      </dsp:nvSpPr>
      <dsp:spPr>
        <a:xfrm>
          <a:off x="247315" y="1429763"/>
          <a:ext cx="2220143" cy="14097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Data Management</a:t>
          </a:r>
        </a:p>
      </dsp:txBody>
      <dsp:txXfrm>
        <a:off x="288606" y="1471054"/>
        <a:ext cx="2137561" cy="1327209"/>
      </dsp:txXfrm>
    </dsp:sp>
    <dsp:sp modelId="{295923F6-235F-4F72-B508-8854F46E264B}">
      <dsp:nvSpPr>
        <dsp:cNvPr id="0" name=""/>
        <dsp:cNvSpPr/>
      </dsp:nvSpPr>
      <dsp:spPr>
        <a:xfrm>
          <a:off x="2714141" y="1195414"/>
          <a:ext cx="2220143" cy="140979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1B61F1-70A1-4757-9EA8-A2C4C5C6EA3E}">
      <dsp:nvSpPr>
        <dsp:cNvPr id="0" name=""/>
        <dsp:cNvSpPr/>
      </dsp:nvSpPr>
      <dsp:spPr>
        <a:xfrm>
          <a:off x="2960823" y="1429763"/>
          <a:ext cx="2220143" cy="140979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DTS 304</a:t>
          </a:r>
        </a:p>
      </dsp:txBody>
      <dsp:txXfrm>
        <a:off x="3002114" y="1471054"/>
        <a:ext cx="2137561" cy="132720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BA49E8-1D8B-477E-9C09-C8FFCF2FCC09}">
      <dsp:nvSpPr>
        <dsp:cNvPr id="0" name=""/>
        <dsp:cNvSpPr/>
      </dsp:nvSpPr>
      <dsp:spPr>
        <a:xfrm>
          <a:off x="5983188" y="2757304"/>
          <a:ext cx="4963715" cy="590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2455"/>
              </a:lnTo>
              <a:lnTo>
                <a:pt x="4963715" y="402455"/>
              </a:lnTo>
              <a:lnTo>
                <a:pt x="4963715" y="59056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B3D6C9-C245-486E-A0C8-8CE25EECDE90}">
      <dsp:nvSpPr>
        <dsp:cNvPr id="0" name=""/>
        <dsp:cNvSpPr/>
      </dsp:nvSpPr>
      <dsp:spPr>
        <a:xfrm>
          <a:off x="5983188" y="2757304"/>
          <a:ext cx="2481857" cy="59056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2455"/>
              </a:lnTo>
              <a:lnTo>
                <a:pt x="2481857" y="402455"/>
              </a:lnTo>
              <a:lnTo>
                <a:pt x="2481857" y="59056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984AFF-0728-4F72-BCFD-96C40F0483D4}">
      <dsp:nvSpPr>
        <dsp:cNvPr id="0" name=""/>
        <dsp:cNvSpPr/>
      </dsp:nvSpPr>
      <dsp:spPr>
        <a:xfrm>
          <a:off x="5937468" y="2757304"/>
          <a:ext cx="91440" cy="59056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9056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0DD2E66-096A-46FC-B184-D43D9C6A3E95}">
      <dsp:nvSpPr>
        <dsp:cNvPr id="0" name=""/>
        <dsp:cNvSpPr/>
      </dsp:nvSpPr>
      <dsp:spPr>
        <a:xfrm>
          <a:off x="3501330" y="2757304"/>
          <a:ext cx="2481857" cy="590569"/>
        </a:xfrm>
        <a:custGeom>
          <a:avLst/>
          <a:gdLst/>
          <a:ahLst/>
          <a:cxnLst/>
          <a:rect l="0" t="0" r="0" b="0"/>
          <a:pathLst>
            <a:path>
              <a:moveTo>
                <a:pt x="2481857" y="0"/>
              </a:moveTo>
              <a:lnTo>
                <a:pt x="2481857" y="402455"/>
              </a:lnTo>
              <a:lnTo>
                <a:pt x="0" y="402455"/>
              </a:lnTo>
              <a:lnTo>
                <a:pt x="0" y="59056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D22D38-7326-4929-B829-660F0DA79DD6}">
      <dsp:nvSpPr>
        <dsp:cNvPr id="0" name=""/>
        <dsp:cNvSpPr/>
      </dsp:nvSpPr>
      <dsp:spPr>
        <a:xfrm>
          <a:off x="1019472" y="2757304"/>
          <a:ext cx="4963715" cy="590569"/>
        </a:xfrm>
        <a:custGeom>
          <a:avLst/>
          <a:gdLst/>
          <a:ahLst/>
          <a:cxnLst/>
          <a:rect l="0" t="0" r="0" b="0"/>
          <a:pathLst>
            <a:path>
              <a:moveTo>
                <a:pt x="4963715" y="0"/>
              </a:moveTo>
              <a:lnTo>
                <a:pt x="4963715" y="402455"/>
              </a:lnTo>
              <a:lnTo>
                <a:pt x="0" y="402455"/>
              </a:lnTo>
              <a:lnTo>
                <a:pt x="0" y="590569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1FEA45-FB42-445C-93AC-53F8A3B070C4}">
      <dsp:nvSpPr>
        <dsp:cNvPr id="0" name=""/>
        <dsp:cNvSpPr/>
      </dsp:nvSpPr>
      <dsp:spPr>
        <a:xfrm>
          <a:off x="4967882" y="1467866"/>
          <a:ext cx="2030610" cy="1289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A81611B-81F9-4B92-9824-91AF1096B363}">
      <dsp:nvSpPr>
        <dsp:cNvPr id="0" name=""/>
        <dsp:cNvSpPr/>
      </dsp:nvSpPr>
      <dsp:spPr>
        <a:xfrm>
          <a:off x="5193506" y="1682208"/>
          <a:ext cx="2030610" cy="1289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By the end of this class, students should be able to:</a:t>
          </a:r>
        </a:p>
      </dsp:txBody>
      <dsp:txXfrm>
        <a:off x="5231272" y="1719974"/>
        <a:ext cx="1955078" cy="1213905"/>
      </dsp:txXfrm>
    </dsp:sp>
    <dsp:sp modelId="{8532BBC2-9323-410F-B8E9-A67F762B7BD5}">
      <dsp:nvSpPr>
        <dsp:cNvPr id="0" name=""/>
        <dsp:cNvSpPr/>
      </dsp:nvSpPr>
      <dsp:spPr>
        <a:xfrm>
          <a:off x="4167" y="3347873"/>
          <a:ext cx="2030610" cy="1289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8B7EB4F9-B28F-4E8C-A69B-1233678E5303}">
      <dsp:nvSpPr>
        <dsp:cNvPr id="0" name=""/>
        <dsp:cNvSpPr/>
      </dsp:nvSpPr>
      <dsp:spPr>
        <a:xfrm>
          <a:off x="229790" y="3562215"/>
          <a:ext cx="2030610" cy="1289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Explain the difference between data and information.</a:t>
          </a:r>
        </a:p>
      </dsp:txBody>
      <dsp:txXfrm>
        <a:off x="267556" y="3599981"/>
        <a:ext cx="1955078" cy="1213905"/>
      </dsp:txXfrm>
    </dsp:sp>
    <dsp:sp modelId="{1E854684-BFB0-40A7-91B8-588F0047E6D3}">
      <dsp:nvSpPr>
        <dsp:cNvPr id="0" name=""/>
        <dsp:cNvSpPr/>
      </dsp:nvSpPr>
      <dsp:spPr>
        <a:xfrm>
          <a:off x="2486024" y="3347873"/>
          <a:ext cx="2030610" cy="1289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FB3A5FA-AA91-4648-A839-FF0D6D871D06}">
      <dsp:nvSpPr>
        <dsp:cNvPr id="0" name=""/>
        <dsp:cNvSpPr/>
      </dsp:nvSpPr>
      <dsp:spPr>
        <a:xfrm>
          <a:off x="2711648" y="3562215"/>
          <a:ext cx="2030610" cy="1289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Describe why organisations need to manage data properly.</a:t>
          </a:r>
        </a:p>
      </dsp:txBody>
      <dsp:txXfrm>
        <a:off x="2749414" y="3599981"/>
        <a:ext cx="1955078" cy="1213905"/>
      </dsp:txXfrm>
    </dsp:sp>
    <dsp:sp modelId="{80226EA3-817F-4FEA-BFDE-5A78A082ACDD}">
      <dsp:nvSpPr>
        <dsp:cNvPr id="0" name=""/>
        <dsp:cNvSpPr/>
      </dsp:nvSpPr>
      <dsp:spPr>
        <a:xfrm>
          <a:off x="4967882" y="3347873"/>
          <a:ext cx="2030610" cy="1289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C2262AA2-4694-4CFD-BD4D-BC392B9A0A01}">
      <dsp:nvSpPr>
        <dsp:cNvPr id="0" name=""/>
        <dsp:cNvSpPr/>
      </dsp:nvSpPr>
      <dsp:spPr>
        <a:xfrm>
          <a:off x="5193506" y="3562215"/>
          <a:ext cx="2030610" cy="1289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Explain the basic idea of a database and a Database Management System (DBMS).</a:t>
          </a:r>
        </a:p>
      </dsp:txBody>
      <dsp:txXfrm>
        <a:off x="5231272" y="3599981"/>
        <a:ext cx="1955078" cy="1213905"/>
      </dsp:txXfrm>
    </dsp:sp>
    <dsp:sp modelId="{C56D825C-D5CA-4789-BAEC-E5DF564BECDB}">
      <dsp:nvSpPr>
        <dsp:cNvPr id="0" name=""/>
        <dsp:cNvSpPr/>
      </dsp:nvSpPr>
      <dsp:spPr>
        <a:xfrm>
          <a:off x="7449740" y="3347873"/>
          <a:ext cx="2030610" cy="1289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CBD8B48-EFB8-404F-AFED-B82FF9D3C8F2}">
      <dsp:nvSpPr>
        <dsp:cNvPr id="0" name=""/>
        <dsp:cNvSpPr/>
      </dsp:nvSpPr>
      <dsp:spPr>
        <a:xfrm>
          <a:off x="7675364" y="3562215"/>
          <a:ext cx="2030610" cy="1289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Recognise common problems such as duplicate records, missing values and unauthorised access.</a:t>
          </a:r>
        </a:p>
      </dsp:txBody>
      <dsp:txXfrm>
        <a:off x="7713130" y="3599981"/>
        <a:ext cx="1955078" cy="1213905"/>
      </dsp:txXfrm>
    </dsp:sp>
    <dsp:sp modelId="{50166DBA-862C-43D2-849E-D0624FBCD90B}">
      <dsp:nvSpPr>
        <dsp:cNvPr id="0" name=""/>
        <dsp:cNvSpPr/>
      </dsp:nvSpPr>
      <dsp:spPr>
        <a:xfrm>
          <a:off x="9931598" y="3347873"/>
          <a:ext cx="2030610" cy="128943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4CAF91A4-0E44-4B68-895D-E9BC0230B973}">
      <dsp:nvSpPr>
        <dsp:cNvPr id="0" name=""/>
        <dsp:cNvSpPr/>
      </dsp:nvSpPr>
      <dsp:spPr>
        <a:xfrm>
          <a:off x="10157221" y="3562215"/>
          <a:ext cx="2030610" cy="128943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Design a simple database for a real-life situation.</a:t>
          </a:r>
        </a:p>
      </dsp:txBody>
      <dsp:txXfrm>
        <a:off x="10194987" y="3599981"/>
        <a:ext cx="1955078" cy="121390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9745D5-2B18-40AC-A61F-6AFADE665912}">
      <dsp:nvSpPr>
        <dsp:cNvPr id="0" name=""/>
        <dsp:cNvSpPr/>
      </dsp:nvSpPr>
      <dsp:spPr>
        <a:xfrm>
          <a:off x="0" y="492"/>
          <a:ext cx="9271000" cy="115256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C9AD96C-3C76-496D-A80C-38A0DA71DF13}">
      <dsp:nvSpPr>
        <dsp:cNvPr id="0" name=""/>
        <dsp:cNvSpPr/>
      </dsp:nvSpPr>
      <dsp:spPr>
        <a:xfrm>
          <a:off x="348651" y="259820"/>
          <a:ext cx="633911" cy="6339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C471B93-6326-4957-9B8F-0AD59CD49EA4}">
      <dsp:nvSpPr>
        <dsp:cNvPr id="0" name=""/>
        <dsp:cNvSpPr/>
      </dsp:nvSpPr>
      <dsp:spPr>
        <a:xfrm>
          <a:off x="1331214" y="492"/>
          <a:ext cx="7939785" cy="1152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80" tIns="121980" rIns="121980" bIns="12198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 dirty="0"/>
            <a:t>Data</a:t>
          </a:r>
          <a:r>
            <a:rPr lang="en-US" sz="2500" kern="1200" dirty="0"/>
            <a:t> refers to recorded facts, values or observations.</a:t>
          </a:r>
        </a:p>
      </dsp:txBody>
      <dsp:txXfrm>
        <a:off x="1331214" y="492"/>
        <a:ext cx="7939785" cy="1152566"/>
      </dsp:txXfrm>
    </dsp:sp>
    <dsp:sp modelId="{4696F320-7E3F-4724-9604-D71DFEF37648}">
      <dsp:nvSpPr>
        <dsp:cNvPr id="0" name=""/>
        <dsp:cNvSpPr/>
      </dsp:nvSpPr>
      <dsp:spPr>
        <a:xfrm>
          <a:off x="0" y="1441201"/>
          <a:ext cx="9271000" cy="115256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24CDE1-4362-4141-A66A-E48D87410138}">
      <dsp:nvSpPr>
        <dsp:cNvPr id="0" name=""/>
        <dsp:cNvSpPr/>
      </dsp:nvSpPr>
      <dsp:spPr>
        <a:xfrm>
          <a:off x="348651" y="1700528"/>
          <a:ext cx="633911" cy="6339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EE9281-7DFB-408B-A351-C961E6128672}">
      <dsp:nvSpPr>
        <dsp:cNvPr id="0" name=""/>
        <dsp:cNvSpPr/>
      </dsp:nvSpPr>
      <dsp:spPr>
        <a:xfrm>
          <a:off x="1331214" y="1441201"/>
          <a:ext cx="7939785" cy="1152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80" tIns="121980" rIns="121980" bIns="12198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 may be written on paper, stored in a spreadsheet, kept in a database or collected by a computer system.</a:t>
          </a:r>
        </a:p>
      </dsp:txBody>
      <dsp:txXfrm>
        <a:off x="1331214" y="1441201"/>
        <a:ext cx="7939785" cy="1152566"/>
      </dsp:txXfrm>
    </dsp:sp>
    <dsp:sp modelId="{2F3D51D2-0BEE-4460-A836-F4A1C99B5A0E}">
      <dsp:nvSpPr>
        <dsp:cNvPr id="0" name=""/>
        <dsp:cNvSpPr/>
      </dsp:nvSpPr>
      <dsp:spPr>
        <a:xfrm>
          <a:off x="0" y="2881909"/>
          <a:ext cx="9271000" cy="1152566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A9E6C4F-4A44-42C0-A558-145DBDC34E4E}">
      <dsp:nvSpPr>
        <dsp:cNvPr id="0" name=""/>
        <dsp:cNvSpPr/>
      </dsp:nvSpPr>
      <dsp:spPr>
        <a:xfrm>
          <a:off x="348651" y="3141237"/>
          <a:ext cx="633911" cy="63391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AE1A35-D85D-45BE-B0E4-D26C4B1E838F}">
      <dsp:nvSpPr>
        <dsp:cNvPr id="0" name=""/>
        <dsp:cNvSpPr/>
      </dsp:nvSpPr>
      <dsp:spPr>
        <a:xfrm>
          <a:off x="1331214" y="2881909"/>
          <a:ext cx="7939785" cy="11525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80" tIns="121980" rIns="121980" bIns="12198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 is useful, but it often needs to be organised and interpreted before it can answer a question.</a:t>
          </a:r>
        </a:p>
      </dsp:txBody>
      <dsp:txXfrm>
        <a:off x="1331214" y="2881909"/>
        <a:ext cx="7939785" cy="115256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29AEC3-5F4E-4F82-B2C4-39E7515144DB}">
      <dsp:nvSpPr>
        <dsp:cNvPr id="0" name=""/>
        <dsp:cNvSpPr/>
      </dsp:nvSpPr>
      <dsp:spPr>
        <a:xfrm>
          <a:off x="0" y="0"/>
          <a:ext cx="8488680" cy="0"/>
        </a:xfrm>
        <a:prstGeom prst="lin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04A2490-DCF1-4A0D-BA92-6D409A0ADC0C}">
      <dsp:nvSpPr>
        <dsp:cNvPr id="0" name=""/>
        <dsp:cNvSpPr/>
      </dsp:nvSpPr>
      <dsp:spPr>
        <a:xfrm>
          <a:off x="0" y="0"/>
          <a:ext cx="1697736" cy="4836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 err="1"/>
            <a:t>Organisations</a:t>
          </a:r>
          <a:r>
            <a:rPr lang="en-US" sz="2300" kern="1200" dirty="0"/>
            <a:t> manage data because they need to:</a:t>
          </a:r>
        </a:p>
      </dsp:txBody>
      <dsp:txXfrm>
        <a:off x="0" y="0"/>
        <a:ext cx="1697736" cy="4836159"/>
      </dsp:txXfrm>
    </dsp:sp>
    <dsp:sp modelId="{08ABE4BB-3EE9-4776-B3A5-DC9D848C289C}">
      <dsp:nvSpPr>
        <dsp:cNvPr id="0" name=""/>
        <dsp:cNvSpPr/>
      </dsp:nvSpPr>
      <dsp:spPr>
        <a:xfrm>
          <a:off x="1825066" y="32646"/>
          <a:ext cx="6663613" cy="652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Keep accurate records.</a:t>
          </a:r>
        </a:p>
      </dsp:txBody>
      <dsp:txXfrm>
        <a:off x="1825066" y="32646"/>
        <a:ext cx="6663613" cy="652928"/>
      </dsp:txXfrm>
    </dsp:sp>
    <dsp:sp modelId="{0AC14A5C-4DB3-4FFA-9907-B1C8D18B1E39}">
      <dsp:nvSpPr>
        <dsp:cNvPr id="0" name=""/>
        <dsp:cNvSpPr/>
      </dsp:nvSpPr>
      <dsp:spPr>
        <a:xfrm>
          <a:off x="1697736" y="685575"/>
          <a:ext cx="6790944" cy="0"/>
        </a:xfrm>
        <a:prstGeom prst="line">
          <a:avLst/>
        </a:pr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B7AD26B4-D5CC-4BBF-94E7-65E24E1AD08B}">
      <dsp:nvSpPr>
        <dsp:cNvPr id="0" name=""/>
        <dsp:cNvSpPr/>
      </dsp:nvSpPr>
      <dsp:spPr>
        <a:xfrm>
          <a:off x="1825066" y="718221"/>
          <a:ext cx="6663613" cy="652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Find information without wasting time.</a:t>
          </a:r>
        </a:p>
      </dsp:txBody>
      <dsp:txXfrm>
        <a:off x="1825066" y="718221"/>
        <a:ext cx="6663613" cy="652928"/>
      </dsp:txXfrm>
    </dsp:sp>
    <dsp:sp modelId="{5F20A4AA-F9C8-4B80-84EE-D58B378776FF}">
      <dsp:nvSpPr>
        <dsp:cNvPr id="0" name=""/>
        <dsp:cNvSpPr/>
      </dsp:nvSpPr>
      <dsp:spPr>
        <a:xfrm>
          <a:off x="1697736" y="1371150"/>
          <a:ext cx="6790944" cy="0"/>
        </a:xfrm>
        <a:prstGeom prst="line">
          <a:avLst/>
        </a:pr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A65A120C-75EB-478E-ACAB-80C86808CEA7}">
      <dsp:nvSpPr>
        <dsp:cNvPr id="0" name=""/>
        <dsp:cNvSpPr/>
      </dsp:nvSpPr>
      <dsp:spPr>
        <a:xfrm>
          <a:off x="1825066" y="1403796"/>
          <a:ext cx="6663613" cy="652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Avoid unnecessary duplication.</a:t>
          </a:r>
        </a:p>
      </dsp:txBody>
      <dsp:txXfrm>
        <a:off x="1825066" y="1403796"/>
        <a:ext cx="6663613" cy="652928"/>
      </dsp:txXfrm>
    </dsp:sp>
    <dsp:sp modelId="{D647573E-0B08-4162-9C3D-EB52364ACC2D}">
      <dsp:nvSpPr>
        <dsp:cNvPr id="0" name=""/>
        <dsp:cNvSpPr/>
      </dsp:nvSpPr>
      <dsp:spPr>
        <a:xfrm>
          <a:off x="1697736" y="2056725"/>
          <a:ext cx="6790944" cy="0"/>
        </a:xfrm>
        <a:prstGeom prst="line">
          <a:avLst/>
        </a:pr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ED3ED25E-67DB-41C0-9031-F0D4782A6975}">
      <dsp:nvSpPr>
        <dsp:cNvPr id="0" name=""/>
        <dsp:cNvSpPr/>
      </dsp:nvSpPr>
      <dsp:spPr>
        <a:xfrm>
          <a:off x="1825066" y="2089371"/>
          <a:ext cx="6663613" cy="652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Update records when circumstances change.</a:t>
          </a:r>
        </a:p>
      </dsp:txBody>
      <dsp:txXfrm>
        <a:off x="1825066" y="2089371"/>
        <a:ext cx="6663613" cy="652928"/>
      </dsp:txXfrm>
    </dsp:sp>
    <dsp:sp modelId="{1297BC24-7EBE-46E5-914C-C3D04ED1DBBA}">
      <dsp:nvSpPr>
        <dsp:cNvPr id="0" name=""/>
        <dsp:cNvSpPr/>
      </dsp:nvSpPr>
      <dsp:spPr>
        <a:xfrm>
          <a:off x="1697736" y="2742300"/>
          <a:ext cx="6790944" cy="0"/>
        </a:xfrm>
        <a:prstGeom prst="line">
          <a:avLst/>
        </a:pr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D0CA81AA-1F2C-4D23-976A-B1338B216067}">
      <dsp:nvSpPr>
        <dsp:cNvPr id="0" name=""/>
        <dsp:cNvSpPr/>
      </dsp:nvSpPr>
      <dsp:spPr>
        <a:xfrm>
          <a:off x="1825066" y="2774946"/>
          <a:ext cx="6663613" cy="652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Produce reports for planning and decision-making.</a:t>
          </a:r>
        </a:p>
      </dsp:txBody>
      <dsp:txXfrm>
        <a:off x="1825066" y="2774946"/>
        <a:ext cx="6663613" cy="652928"/>
      </dsp:txXfrm>
    </dsp:sp>
    <dsp:sp modelId="{9C24D6E7-65E9-4990-B6FB-602CFEE7CF13}">
      <dsp:nvSpPr>
        <dsp:cNvPr id="0" name=""/>
        <dsp:cNvSpPr/>
      </dsp:nvSpPr>
      <dsp:spPr>
        <a:xfrm>
          <a:off x="1697736" y="3427875"/>
          <a:ext cx="6790944" cy="0"/>
        </a:xfrm>
        <a:prstGeom prst="line">
          <a:avLst/>
        </a:pr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5A1B676D-5360-4A9D-B399-F61056CAAC2A}">
      <dsp:nvSpPr>
        <dsp:cNvPr id="0" name=""/>
        <dsp:cNvSpPr/>
      </dsp:nvSpPr>
      <dsp:spPr>
        <a:xfrm>
          <a:off x="1825066" y="3460522"/>
          <a:ext cx="6663613" cy="652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Control who can view or change information.</a:t>
          </a:r>
        </a:p>
      </dsp:txBody>
      <dsp:txXfrm>
        <a:off x="1825066" y="3460522"/>
        <a:ext cx="6663613" cy="652928"/>
      </dsp:txXfrm>
    </dsp:sp>
    <dsp:sp modelId="{37D57F5A-2F13-438E-8666-906931D2A959}">
      <dsp:nvSpPr>
        <dsp:cNvPr id="0" name=""/>
        <dsp:cNvSpPr/>
      </dsp:nvSpPr>
      <dsp:spPr>
        <a:xfrm>
          <a:off x="1697736" y="4113450"/>
          <a:ext cx="6790944" cy="0"/>
        </a:xfrm>
        <a:prstGeom prst="line">
          <a:avLst/>
        </a:pr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  <dsp:sp modelId="{CF1D6E31-87E1-4246-966E-AD277EEF878E}">
      <dsp:nvSpPr>
        <dsp:cNvPr id="0" name=""/>
        <dsp:cNvSpPr/>
      </dsp:nvSpPr>
      <dsp:spPr>
        <a:xfrm>
          <a:off x="1825066" y="4146097"/>
          <a:ext cx="6663613" cy="6529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Preserve important records and recover them when something goes wrong.</a:t>
          </a:r>
        </a:p>
      </dsp:txBody>
      <dsp:txXfrm>
        <a:off x="1825066" y="4146097"/>
        <a:ext cx="6663613" cy="652928"/>
      </dsp:txXfrm>
    </dsp:sp>
    <dsp:sp modelId="{64D1AD89-A0C4-480C-8036-09D0384DF5D7}">
      <dsp:nvSpPr>
        <dsp:cNvPr id="0" name=""/>
        <dsp:cNvSpPr/>
      </dsp:nvSpPr>
      <dsp:spPr>
        <a:xfrm>
          <a:off x="1697736" y="4799025"/>
          <a:ext cx="6790944" cy="0"/>
        </a:xfrm>
        <a:prstGeom prst="line">
          <a:avLst/>
        </a:prstGeom>
        <a:noFill/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1">
          <a:scrgbClr r="0" g="0" b="0"/>
        </a:effectRef>
        <a:fontRef idx="minor"/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A1899C-CC80-411D-8CBF-B1EE48A75DE3}">
      <dsp:nvSpPr>
        <dsp:cNvPr id="0" name=""/>
        <dsp:cNvSpPr/>
      </dsp:nvSpPr>
      <dsp:spPr>
        <a:xfrm>
          <a:off x="0" y="832619"/>
          <a:ext cx="10799206" cy="1537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72C994-5336-4C81-BC65-C31C6850B075}">
      <dsp:nvSpPr>
        <dsp:cNvPr id="0" name=""/>
        <dsp:cNvSpPr/>
      </dsp:nvSpPr>
      <dsp:spPr>
        <a:xfrm>
          <a:off x="464985" y="1178476"/>
          <a:ext cx="845428" cy="8454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3A8D3-C1E3-4841-AB6B-40BC6471ED84}">
      <dsp:nvSpPr>
        <dsp:cNvPr id="0" name=""/>
        <dsp:cNvSpPr/>
      </dsp:nvSpPr>
      <dsp:spPr>
        <a:xfrm>
          <a:off x="1775400" y="832619"/>
          <a:ext cx="9023805" cy="1537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81" tIns="162681" rIns="162681" bIns="1626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Data management</a:t>
          </a:r>
          <a:r>
            <a:rPr lang="en-US" sz="2500" kern="1200"/>
            <a:t> is the process of collecting, organising, storing, maintaining, retrieving, using and protecting data throughout its period of use.</a:t>
          </a:r>
        </a:p>
      </dsp:txBody>
      <dsp:txXfrm>
        <a:off x="1775400" y="832619"/>
        <a:ext cx="9023805" cy="1537143"/>
      </dsp:txXfrm>
    </dsp:sp>
    <dsp:sp modelId="{7A33F2ED-2E3E-4CB9-8838-D4415D16737B}">
      <dsp:nvSpPr>
        <dsp:cNvPr id="0" name=""/>
        <dsp:cNvSpPr/>
      </dsp:nvSpPr>
      <dsp:spPr>
        <a:xfrm>
          <a:off x="0" y="2754048"/>
          <a:ext cx="10799206" cy="153714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67FD73-C559-48C2-ADAA-F88F9B45733B}">
      <dsp:nvSpPr>
        <dsp:cNvPr id="0" name=""/>
        <dsp:cNvSpPr/>
      </dsp:nvSpPr>
      <dsp:spPr>
        <a:xfrm>
          <a:off x="464985" y="3099905"/>
          <a:ext cx="845428" cy="8454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EACE6C-4A50-4CE8-B9DE-1BC98200AB4B}">
      <dsp:nvSpPr>
        <dsp:cNvPr id="0" name=""/>
        <dsp:cNvSpPr/>
      </dsp:nvSpPr>
      <dsp:spPr>
        <a:xfrm>
          <a:off x="1775400" y="2754048"/>
          <a:ext cx="9023805" cy="15371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2681" tIns="162681" rIns="162681" bIns="16268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It involves more than storing information on a computer.</a:t>
          </a:r>
        </a:p>
      </dsp:txBody>
      <dsp:txXfrm>
        <a:off x="1775400" y="2754048"/>
        <a:ext cx="9023805" cy="153714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51C537-6851-48D9-B3B2-952CBF411A72}">
      <dsp:nvSpPr>
        <dsp:cNvPr id="0" name=""/>
        <dsp:cNvSpPr/>
      </dsp:nvSpPr>
      <dsp:spPr>
        <a:xfrm>
          <a:off x="3025" y="457381"/>
          <a:ext cx="2400157" cy="14400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Capture</a:t>
          </a:r>
          <a:endParaRPr lang="en-US" sz="1800" kern="1200"/>
        </a:p>
      </dsp:txBody>
      <dsp:txXfrm>
        <a:off x="3025" y="457381"/>
        <a:ext cx="2400157" cy="1440094"/>
      </dsp:txXfrm>
    </dsp:sp>
    <dsp:sp modelId="{A6E99EF4-DDDF-4FDD-B140-DCE2CFAB32E5}">
      <dsp:nvSpPr>
        <dsp:cNvPr id="0" name=""/>
        <dsp:cNvSpPr/>
      </dsp:nvSpPr>
      <dsp:spPr>
        <a:xfrm>
          <a:off x="2643198" y="457381"/>
          <a:ext cx="2400157" cy="14400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Organise</a:t>
          </a:r>
          <a:endParaRPr lang="en-US" sz="1800" kern="1200"/>
        </a:p>
      </dsp:txBody>
      <dsp:txXfrm>
        <a:off x="2643198" y="457381"/>
        <a:ext cx="2400157" cy="1440094"/>
      </dsp:txXfrm>
    </dsp:sp>
    <dsp:sp modelId="{F098116F-4F9C-4917-8FC6-5BEC86E7DAFD}">
      <dsp:nvSpPr>
        <dsp:cNvPr id="0" name=""/>
        <dsp:cNvSpPr/>
      </dsp:nvSpPr>
      <dsp:spPr>
        <a:xfrm>
          <a:off x="5283372" y="457381"/>
          <a:ext cx="2400157" cy="14400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Store</a:t>
          </a:r>
          <a:endParaRPr lang="en-US" sz="1800" kern="1200"/>
        </a:p>
      </dsp:txBody>
      <dsp:txXfrm>
        <a:off x="5283372" y="457381"/>
        <a:ext cx="2400157" cy="1440094"/>
      </dsp:txXfrm>
    </dsp:sp>
    <dsp:sp modelId="{DE3B4A92-2452-47BA-94B4-35529F5AA2B0}">
      <dsp:nvSpPr>
        <dsp:cNvPr id="0" name=""/>
        <dsp:cNvSpPr/>
      </dsp:nvSpPr>
      <dsp:spPr>
        <a:xfrm>
          <a:off x="7923545" y="457381"/>
          <a:ext cx="2400157" cy="14400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Maintain</a:t>
          </a:r>
          <a:endParaRPr lang="en-US" sz="1800" kern="1200"/>
        </a:p>
      </dsp:txBody>
      <dsp:txXfrm>
        <a:off x="7923545" y="457381"/>
        <a:ext cx="2400157" cy="1440094"/>
      </dsp:txXfrm>
    </dsp:sp>
    <dsp:sp modelId="{EC62E817-03C2-4DB4-852E-8B5E13520CB5}">
      <dsp:nvSpPr>
        <dsp:cNvPr id="0" name=""/>
        <dsp:cNvSpPr/>
      </dsp:nvSpPr>
      <dsp:spPr>
        <a:xfrm>
          <a:off x="1323112" y="2137492"/>
          <a:ext cx="2400157" cy="14400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Retrieve and use</a:t>
          </a:r>
          <a:endParaRPr lang="en-US" sz="1800" kern="1200"/>
        </a:p>
      </dsp:txBody>
      <dsp:txXfrm>
        <a:off x="1323112" y="2137492"/>
        <a:ext cx="2400157" cy="1440094"/>
      </dsp:txXfrm>
    </dsp:sp>
    <dsp:sp modelId="{D16614F6-D4D4-4431-8B9C-CDB1C5843437}">
      <dsp:nvSpPr>
        <dsp:cNvPr id="0" name=""/>
        <dsp:cNvSpPr/>
      </dsp:nvSpPr>
      <dsp:spPr>
        <a:xfrm>
          <a:off x="3963285" y="2137492"/>
          <a:ext cx="2400157" cy="14400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Protect and retain</a:t>
          </a:r>
          <a:endParaRPr lang="en-US" sz="1800" kern="1200"/>
        </a:p>
      </dsp:txBody>
      <dsp:txXfrm>
        <a:off x="3963285" y="2137492"/>
        <a:ext cx="2400157" cy="1440094"/>
      </dsp:txXfrm>
    </dsp:sp>
    <dsp:sp modelId="{B81F5A80-682C-4090-9B32-EE9B476E449B}">
      <dsp:nvSpPr>
        <dsp:cNvPr id="0" name=""/>
        <dsp:cNvSpPr/>
      </dsp:nvSpPr>
      <dsp:spPr>
        <a:xfrm>
          <a:off x="6603459" y="2137492"/>
          <a:ext cx="2400157" cy="1440094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process is continuous. Data may need to be updated, checked or retrieved many times.</a:t>
          </a:r>
        </a:p>
      </dsp:txBody>
      <dsp:txXfrm>
        <a:off x="6603459" y="2137492"/>
        <a:ext cx="2400157" cy="1440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AB1ED7-087D-4C3B-A8CB-5EA7EDC61C3B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3AED893-0C58-45E8-9E15-D96F8F73FD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88187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3AED893-0C58-45E8-9E15-D96F8F73FD7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8654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2A180A8E-4668-486A-95D0-DBD6BDD7C4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CBB8E81-5147-5506-5F4B-DBC0E7AF26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6200" y="637890"/>
            <a:ext cx="0" cy="557241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852B95-CFB8-EEBE-3973-7363B3611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96332" y="768924"/>
            <a:ext cx="0" cy="480060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1A205B3-F30A-B2B0-2AFF-593443D32773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503863" y="1354138"/>
            <a:ext cx="5322887" cy="448151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831992"/>
            <a:ext cx="5897880" cy="4258956"/>
          </a:xfrm>
          <a:solidFill>
            <a:schemeClr val="bg2"/>
          </a:solidFill>
        </p:spPr>
        <p:txBody>
          <a:bodyPr lIns="182880" rIns="228600" bIns="91440" anchor="b">
            <a:normAutofit/>
          </a:bodyPr>
          <a:lstStyle>
            <a:lvl1pPr algn="r">
              <a:lnSpc>
                <a:spcPct val="80000"/>
              </a:lnSpc>
              <a:defRPr sz="7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5431" y="5372809"/>
            <a:ext cx="2364946" cy="909119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47529" y="612251"/>
            <a:ext cx="2070397" cy="518965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897326" y="5229935"/>
            <a:ext cx="1223795" cy="365125"/>
          </a:xfrm>
          <a:solidFill>
            <a:schemeClr val="bg2"/>
          </a:solidFill>
        </p:spPr>
        <p:txBody>
          <a:bodyPr rIns="182880"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01400" y="6029866"/>
            <a:ext cx="461438" cy="365125"/>
          </a:xfrm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570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2986" y="265728"/>
            <a:ext cx="10981137" cy="1325563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986" y="1736176"/>
            <a:ext cx="10981137" cy="419886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674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90397"/>
            <a:ext cx="0" cy="4396003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D120947-D69A-84F3-7617-0239E8E5C7F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791" y="1371600"/>
            <a:ext cx="670639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850" y="685799"/>
            <a:ext cx="6373670" cy="2743201"/>
          </a:xfrm>
          <a:solidFill>
            <a:schemeClr val="bg2"/>
          </a:solidFill>
        </p:spPr>
        <p:txBody>
          <a:bodyPr vert="horz" lIns="182880" tIns="45720" rIns="91440" bIns="91440" rtlCol="0" anchor="b">
            <a:normAutofit/>
          </a:bodyPr>
          <a:lstStyle>
            <a:lvl1pPr>
              <a:lnSpc>
                <a:spcPct val="80000"/>
              </a:lnSpc>
              <a:defRPr lang="en-US" sz="68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00457" y="5570290"/>
            <a:ext cx="4114799" cy="69951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baseline="0" dirty="0">
                <a:solidFill>
                  <a:schemeClr val="accent3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5FE83-3A40-27CC-D68D-E889297B8CA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45716" y="508084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663" y="508084"/>
            <a:ext cx="1203320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03" y="612063"/>
            <a:ext cx="1487296" cy="478334"/>
          </a:xfrm>
          <a:solidFill>
            <a:schemeClr val="bg2"/>
          </a:solidFill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431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AC4281C-DEF6-4D7C-EC36-131C16834D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B7AE09E-7342-F8D6-76B9-3191D2C21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895" y="1033580"/>
            <a:ext cx="0" cy="480029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E07B916-0B90-35E7-AFFD-50AAA1ED4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59" y="338328"/>
            <a:ext cx="8168640" cy="4462272"/>
          </a:xfrm>
          <a:noFill/>
        </p:spPr>
        <p:txBody>
          <a:bodyPr vert="horz" lIns="91440" tIns="45720" rIns="91440" bIns="137160" rtlCol="0" anchor="t">
            <a:normAutofit/>
          </a:bodyPr>
          <a:lstStyle>
            <a:lvl1pPr>
              <a:lnSpc>
                <a:spcPct val="80000"/>
              </a:lnSpc>
              <a:defRPr lang="en-US" sz="9600" spc="-100" baseline="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6AEA00-2D64-E177-C13E-F879B49AC3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34400" y="4754729"/>
            <a:ext cx="3084441" cy="1080302"/>
          </a:xfrm>
          <a:solidFill>
            <a:schemeClr val="bg2"/>
          </a:solidFill>
        </p:spPr>
        <p:txBody>
          <a:bodyPr vert="horz" lIns="91440" tIns="45720" rIns="91440" bIns="45720" rtlCol="0" anchor="b">
            <a:normAutofit/>
          </a:bodyPr>
          <a:lstStyle>
            <a:lvl1pPr marL="0" indent="0" algn="r">
              <a:buNone/>
              <a:defRPr lang="en-US" sz="1600" cap="all" spc="100" baseline="0" dirty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8519F-6576-5C5F-82CA-E9D93EB8A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44000" y="447579"/>
            <a:ext cx="2477899" cy="586001"/>
          </a:xfrm>
          <a:noFill/>
        </p:spPr>
        <p:txBody>
          <a:bodyPr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C94BB4-778E-86AE-EEFF-88EE621D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8D55B4-EFB5-E5DE-2242-A16C643CA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7452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D3069F5-8FDE-3652-E906-3619BF9A5D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B286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3E913D-4F8E-6F1A-DB89-A9E5CB7D26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172185"/>
            <a:ext cx="10326757" cy="0"/>
          </a:xfrm>
          <a:prstGeom prst="line">
            <a:avLst/>
          </a:prstGeom>
          <a:ln w="12700">
            <a:solidFill>
              <a:schemeClr val="bg2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8">
            <a:extLst>
              <a:ext uri="{FF2B5EF4-FFF2-40B4-BE49-F238E27FC236}">
                <a16:creationId xmlns:a16="http://schemas.microsoft.com/office/drawing/2014/main" id="{15478846-46FB-2BEE-98D6-C903223E25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8016" y="365760"/>
            <a:ext cx="11534790" cy="5525653"/>
          </a:xfrm>
          <a:noFill/>
        </p:spPr>
        <p:txBody>
          <a:bodyPr anchor="t">
            <a:normAutofit/>
          </a:bodyPr>
          <a:lstStyle>
            <a:lvl1pPr>
              <a:defRPr sz="11500" baseline="0">
                <a:ln>
                  <a:solidFill>
                    <a:schemeClr val="bg1"/>
                  </a:solidFill>
                </a:ln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8544F-8D58-BFED-5A2B-2F718BA6F4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0139D-4890-4E0D-B3FD-098A02AB4AD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CD1DB-3989-A34F-B5F7-DF66E018C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1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841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321906" y="685800"/>
            <a:ext cx="10184294" cy="0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24403" y="2043904"/>
            <a:ext cx="7467597" cy="48140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 rot="16200000">
            <a:off x="-1406175" y="2720396"/>
            <a:ext cx="5645423" cy="2494309"/>
          </a:xfrm>
          <a:solidFill>
            <a:schemeClr val="bg2">
              <a:lumMod val="90000"/>
            </a:schemeClr>
          </a:solidFill>
        </p:spPr>
        <p:txBody>
          <a:bodyPr vert="horz" lIns="91440" tIns="45720" rIns="91440" bIns="137160" rtlCol="0" anchor="t">
            <a:normAutofit/>
          </a:bodyPr>
          <a:lstStyle>
            <a:lvl1pPr>
              <a:defRPr lang="en-US" sz="12000" dirty="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dirty="0"/>
              <a:t>Agenda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6410" y="569843"/>
            <a:ext cx="1470992" cy="541698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algn="l">
              <a:defRPr sz="105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198" y="2743202"/>
            <a:ext cx="6096001" cy="3467098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413627"/>
            <a:ext cx="1256738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413627"/>
            <a:ext cx="429372" cy="545500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66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3CEDCC-8645-A5B4-D871-D69061512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1996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C2FAA59-861A-3F3D-3441-F66355408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71603" y="3415504"/>
            <a:ext cx="10820397" cy="34424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5A45860-DB3A-9EDB-7B6D-FBF100121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11506200" y="1113182"/>
            <a:ext cx="0" cy="1704012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306" y="182880"/>
            <a:ext cx="7930892" cy="2238587"/>
          </a:xfrm>
          <a:noFill/>
        </p:spPr>
        <p:txBody>
          <a:bodyPr anchor="t">
            <a:normAutofit/>
          </a:bodyPr>
          <a:lstStyle>
            <a:lvl1pPr>
              <a:defRPr sz="12000" spc="-5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4946" y="3840480"/>
            <a:ext cx="6543924" cy="2536466"/>
          </a:xfrm>
        </p:spPr>
        <p:txBody>
          <a:bodyPr>
            <a:normAutofit/>
          </a:bodyPr>
          <a:lstStyle>
            <a:lvl1pPr marL="342900" indent="-342900">
              <a:buClr>
                <a:schemeClr val="accent2"/>
              </a:buClr>
              <a:buFont typeface="+mj-lt"/>
              <a:buAutoNum type="arabicPeriod"/>
              <a:defRPr sz="1800"/>
            </a:lvl1pPr>
            <a:lvl2pPr marL="800100" indent="-342900">
              <a:buClr>
                <a:schemeClr val="accent2"/>
              </a:buClr>
              <a:buFont typeface="+mj-lt"/>
              <a:buAutoNum type="arabicPeriod"/>
              <a:defRPr sz="1600"/>
            </a:lvl2pPr>
            <a:lvl3pPr marL="1257300" indent="-342900">
              <a:buClr>
                <a:schemeClr val="accent2"/>
              </a:buClr>
              <a:buFont typeface="+mj-lt"/>
              <a:buAutoNum type="arabicPeriod"/>
              <a:defRPr sz="1400"/>
            </a:lvl3pPr>
            <a:lvl4pPr>
              <a:buClr>
                <a:schemeClr val="accent2"/>
              </a:buClr>
              <a:buFont typeface="+mj-lt"/>
              <a:buAutoNum type="arabicPeriod"/>
              <a:defRPr sz="1200"/>
            </a:lvl4pPr>
            <a:lvl5pPr>
              <a:buClr>
                <a:schemeClr val="accent2"/>
              </a:buClr>
              <a:buFont typeface="+mj-lt"/>
              <a:buAutoNum type="arabicPeriod"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134611" y="612381"/>
            <a:ext cx="1484228" cy="479352"/>
          </a:xfrm>
          <a:noFill/>
        </p:spPr>
        <p:txBody>
          <a:bodyPr anchor="t"/>
          <a:lstStyle>
            <a:lvl1pPr algn="r">
              <a:defRPr sz="1050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33512" y="2756699"/>
            <a:ext cx="1256738" cy="423823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10544" y="2756699"/>
            <a:ext cx="429372" cy="423823"/>
          </a:xfrm>
          <a:solidFill>
            <a:schemeClr val="bg2">
              <a:lumMod val="90000"/>
            </a:schemeClr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DA62460-475C-38E7-135D-916B98438D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763000" y="3415504"/>
            <a:ext cx="3429000" cy="344249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17396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1" y="2057399"/>
            <a:ext cx="3429000" cy="1868557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400" y="2057401"/>
            <a:ext cx="4648200" cy="2743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748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31915"/>
            <a:ext cx="3968496" cy="1494845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0020" y="1001865"/>
            <a:ext cx="6416180" cy="4683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7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904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31242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438400" y="0"/>
            <a:ext cx="7391400" cy="1207008"/>
          </a:xfrm>
        </p:spPr>
        <p:txBody>
          <a:bodyPr lIns="137160" tIns="137160" bIns="91440" anchor="b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3800" y="1367622"/>
            <a:ext cx="7929006" cy="44775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B460515-4779-2CA9-5335-1F4AD158B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810000" y="6210300"/>
            <a:ext cx="7696200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57601" y="6029868"/>
            <a:ext cx="2024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7595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5486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63318" y="0"/>
            <a:ext cx="4385481" cy="1796124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5056" y="1965281"/>
            <a:ext cx="4859992" cy="37328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5215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99475"/>
            <a:ext cx="3625442" cy="1474692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2124222"/>
            <a:ext cx="3567404" cy="3488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00601" y="0"/>
            <a:ext cx="73914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2541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30047"/>
            <a:ext cx="4939005" cy="116627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432" y="1746792"/>
            <a:ext cx="5776896" cy="3969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91400" y="0"/>
            <a:ext cx="4800600" cy="55626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8206" y="6029868"/>
            <a:ext cx="429372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94475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8486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0456" y="0"/>
            <a:ext cx="4142830" cy="1978681"/>
          </a:xfrm>
        </p:spPr>
        <p:txBody>
          <a:bodyPr lIns="13716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42196" y="2112973"/>
            <a:ext cx="3151090" cy="36782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912" y="6029868"/>
            <a:ext cx="1911096" cy="365125"/>
          </a:xfrm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351008" y="6029868"/>
            <a:ext cx="890077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075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EEB1BA68-9980-8CBB-7BAF-A1D760EB21E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2000" cy="6858000"/>
          </a:xfrm>
          <a:custGeom>
            <a:avLst/>
            <a:gdLst>
              <a:gd name="connsiteX0" fmla="*/ 48006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  <a:gd name="connsiteX4" fmla="*/ 0 w 12192000"/>
              <a:gd name="connsiteY4" fmla="*/ 5562599 h 6858000"/>
              <a:gd name="connsiteX5" fmla="*/ 4800600 w 12192000"/>
              <a:gd name="connsiteY5" fmla="*/ 55625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6858000">
                <a:moveTo>
                  <a:pt x="480060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5562599"/>
                </a:lnTo>
                <a:lnTo>
                  <a:pt x="4800600" y="5562599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1001376"/>
            <a:ext cx="3601122" cy="1362458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2496848"/>
            <a:ext cx="3601122" cy="230375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3504" y="503237"/>
            <a:ext cx="1907799" cy="365125"/>
          </a:xfrm>
          <a:noFill/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03504" y="4800600"/>
            <a:ext cx="1256738" cy="365125"/>
          </a:xfrm>
          <a:noFill/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47641" y="4800600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8971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3504" y="4673955"/>
            <a:ext cx="3154680" cy="1287913"/>
          </a:xfrm>
          <a:noFill/>
        </p:spPr>
        <p:txBody>
          <a:bodyPr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6CAFF7D-6BAD-AE1B-CFE3-A9AB4D8667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1148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4647060"/>
            <a:ext cx="7552114" cy="1382807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noFill/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7542" y="6029868"/>
            <a:ext cx="429372" cy="365125"/>
          </a:xfrm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36556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5" y="337062"/>
            <a:ext cx="6787898" cy="845931"/>
          </a:xfrm>
        </p:spPr>
        <p:txBody>
          <a:bodyPr tIns="91440" bIns="91440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05468" y="637706"/>
            <a:ext cx="1907799" cy="365125"/>
          </a:xfrm>
        </p:spPr>
        <p:txBody>
          <a:bodyPr anchor="t"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371600"/>
            <a:ext cx="7391402" cy="54864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66163" y="1266737"/>
            <a:ext cx="2894795" cy="4763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F397562-DA4B-EE6B-8F6C-1CE4F33EB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2704" y="1028700"/>
            <a:ext cx="0" cy="480060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08495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95E85AE-6D30-80EB-DDF8-337E49DD6E5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0600" cy="4822372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02085" y="4374100"/>
            <a:ext cx="3897905" cy="1380814"/>
          </a:xfrm>
        </p:spPr>
        <p:txBody>
          <a:bodyPr lIns="137160" tIns="137160" anchor="t"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516" y="685800"/>
            <a:ext cx="5430884" cy="52049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2974" y="6029867"/>
            <a:ext cx="1911096" cy="365126"/>
          </a:xfrm>
          <a:solidFill>
            <a:schemeClr val="bg1"/>
          </a:solidFill>
        </p:spPr>
        <p:txBody>
          <a:bodyPr anchor="ctr"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058400" y="6029868"/>
            <a:ext cx="1179576" cy="365125"/>
          </a:xfrm>
          <a:solidFill>
            <a:schemeClr val="bg1"/>
          </a:solidFill>
        </p:spPr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7559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424EAB6-808C-672B-68A5-49764748C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599" y="5149121"/>
            <a:ext cx="6861107" cy="842527"/>
          </a:xfrm>
          <a:noFill/>
        </p:spPr>
        <p:txBody>
          <a:bodyPr anchor="t"/>
          <a:lstStyle>
            <a:lvl1pPr algn="r">
              <a:defRPr b="0" cap="all" baseline="0">
                <a:solidFill>
                  <a:schemeClr val="accent1"/>
                </a:solidFill>
                <a:effectLst/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4196" y="120765"/>
            <a:ext cx="10723000" cy="4260404"/>
          </a:xfrm>
        </p:spPr>
        <p:txBody>
          <a:bodyPr lIns="0" tIns="0" rIns="0" bIns="0" anchor="b">
            <a:normAutofit/>
          </a:bodyPr>
          <a:lstStyle>
            <a:lvl1pPr marL="0" indent="0">
              <a:buNone/>
              <a:defRPr sz="28000" spc="-200" baseline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6029867"/>
            <a:ext cx="2137769" cy="365125"/>
          </a:xfrm>
          <a:noFill/>
        </p:spPr>
        <p:txBody>
          <a:bodyPr/>
          <a:lstStyle>
            <a:lvl1pPr>
              <a:defRPr b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8393CD-94B6-EC8A-E14F-A09689A25C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503594" y="675861"/>
            <a:ext cx="0" cy="4184295"/>
          </a:xfrm>
          <a:prstGeom prst="line">
            <a:avLst/>
          </a:prstGeom>
          <a:ln w="12700">
            <a:solidFill>
              <a:schemeClr val="tx2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14308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65FCAFD-B73A-5597-B603-55FD5D3AAC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431" y="-785191"/>
            <a:ext cx="10981137" cy="6400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7930" y="1649896"/>
            <a:ext cx="10169921" cy="4949687"/>
          </a:xfrm>
        </p:spPr>
        <p:txBody>
          <a:bodyPr anchor="b">
            <a:normAutofit/>
          </a:bodyPr>
          <a:lstStyle>
            <a:lvl1pPr marL="0" indent="0">
              <a:lnSpc>
                <a:spcPct val="80000"/>
              </a:lnSpc>
              <a:spcBef>
                <a:spcPts val="0"/>
              </a:spcBef>
              <a:buNone/>
              <a:defRPr sz="7200" cap="all" spc="-100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2pPr>
            <a:lvl3pPr marL="914400" indent="0">
              <a:lnSpc>
                <a:spcPct val="80000"/>
              </a:lnSpc>
              <a:buNone/>
              <a:defRPr sz="7200" cap="all" baseline="0">
                <a:solidFill>
                  <a:schemeClr val="bg1"/>
                </a:solidFill>
                <a:latin typeface="+mj-lt"/>
              </a:defRPr>
            </a:lvl3pPr>
            <a:lvl4pPr marL="13716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4pPr>
            <a:lvl5pPr marL="1828800" indent="0">
              <a:lnSpc>
                <a:spcPct val="80000"/>
              </a:lnSpc>
              <a:buNone/>
              <a:defRPr sz="6600" cap="all" baseline="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C1887E-643E-BB68-F557-E1EAB0A0A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926297" y="685800"/>
            <a:ext cx="10326757" cy="0"/>
          </a:xfrm>
          <a:prstGeom prst="line">
            <a:avLst/>
          </a:prstGeom>
          <a:ln w="12700">
            <a:solidFill>
              <a:schemeClr val="bg1">
                <a:alpha val="47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1" y="501227"/>
            <a:ext cx="1907799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 b="0" spc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00458" y="501227"/>
            <a:ext cx="1256738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7196" y="501227"/>
            <a:ext cx="429372" cy="365125"/>
          </a:xfrm>
          <a:solidFill>
            <a:schemeClr val="accent2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5877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052C017-FC5C-A7A2-BA15-6C113717C3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999" cy="685800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8A4F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58D5F78-0179-D9C3-74D3-62CE152FFE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2"/>
            <a:ext cx="8763000" cy="503833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B386FE-4A21-B72A-BB2B-D4FDFDC3E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accent5">
                <a:alpha val="4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6">
            <a:extLst>
              <a:ext uri="{FF2B5EF4-FFF2-40B4-BE49-F238E27FC236}">
                <a16:creationId xmlns:a16="http://schemas.microsoft.com/office/drawing/2014/main" id="{D4813FB1-9165-4DD7-C4C2-EAFC20602DB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4800" y="5410203"/>
            <a:ext cx="7543800" cy="372746"/>
          </a:xfrm>
          <a:noFill/>
        </p:spPr>
        <p:txBody>
          <a:bodyPr tIns="91440" bIns="91440" anchor="ctr">
            <a:normAutofit/>
          </a:bodyPr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3504" y="725556"/>
            <a:ext cx="8845296" cy="3656168"/>
          </a:xfrm>
        </p:spPr>
        <p:txBody>
          <a:bodyPr>
            <a:normAutofit/>
          </a:bodyPr>
          <a:lstStyle>
            <a:lvl1pPr marL="228600" indent="-228600">
              <a:lnSpc>
                <a:spcPct val="85000"/>
              </a:lnSpc>
              <a:spcBef>
                <a:spcPts val="0"/>
              </a:spcBef>
              <a:buNone/>
              <a:defRPr sz="5800" b="0" cap="all" spc="0" baseline="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4F49A81-8721-B846-5567-52769C04D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8"/>
            <a:ext cx="1911096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FB3E54B7-FFB1-7BFC-0189-A1736072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02368" y="6029868"/>
            <a:ext cx="1435608" cy="365125"/>
          </a:xfrm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1DF2706-0EDF-0D3B-C01B-613E7D1BB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>
            <a:lvl1pPr>
              <a:defRPr b="0">
                <a:solidFill>
                  <a:schemeClr val="accent5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90312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50773-1259-8F51-3561-DF3A80B264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185"/>
            <a:ext cx="10902696" cy="1070849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966CF-BE4B-28C8-6D17-E087E97C0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5431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559437-5037-4EE7-88FA-80C5AA0870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24600" y="1756230"/>
            <a:ext cx="5181600" cy="40349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326746-DF44-9DEF-8471-A5E1F6CCC5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50B58-64D5-F359-1AC8-3D57AA87B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A22FA-48E7-5BF5-6432-6C7A54D7E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3515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D8D87-72DE-A210-5C2D-570A1B01D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521206"/>
            <a:ext cx="10899648" cy="1069848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3932A9-21A4-5A57-9D72-8C46993E6B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631076"/>
            <a:ext cx="5157787" cy="70939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83D4B4-A366-E12D-19BB-C17B714661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5431" y="2372146"/>
            <a:ext cx="5157787" cy="34952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06DAAF-1A05-D83C-70C1-CEADA4EB73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24600" y="1631076"/>
            <a:ext cx="5183188" cy="70939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5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CFE7B13-3453-6313-B416-E9FF9DA2E0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24600" y="2372146"/>
            <a:ext cx="5183188" cy="349525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61BE2D-E1A3-1A5C-AE37-9DC52A971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D5902D-DF04-F2A8-C2F8-EBDD2A897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4FDDA8-940A-B407-4EB2-85DC9BEDB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55092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151FC-CD6F-656F-54A8-59B782BEFB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265176"/>
            <a:ext cx="11028923" cy="1325880"/>
          </a:xfrm>
          <a:noFill/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7D307A-FF1F-38A3-7DE5-F11DC31CA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4C539B-20CB-8D83-0ECC-5F682BD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6EB674-912E-381A-49CE-08E49DFF4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9214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A0B77-3CB1-4071-30F6-B0766D75C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4A81A7-FC7B-1689-D59F-4173A1763C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80D98-2C9A-3434-E8A3-DA6CCD2F5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89403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22766A-BE9C-B780-CC66-44ECFC5C0A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057400" y="3084659"/>
            <a:ext cx="10133956" cy="3773341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6" y="182881"/>
            <a:ext cx="8616684" cy="1874520"/>
          </a:xfrm>
          <a:noFill/>
        </p:spPr>
        <p:txBody>
          <a:bodyPr anchor="t">
            <a:normAutofit/>
          </a:bodyPr>
          <a:lstStyle>
            <a:lvl1pPr>
              <a:defRPr sz="96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753600" y="617923"/>
            <a:ext cx="1866897" cy="461881"/>
          </a:xfrm>
          <a:noFill/>
        </p:spPr>
        <p:txBody>
          <a:bodyPr anchor="t"/>
          <a:lstStyle>
            <a:lvl1pPr algn="r">
              <a:defRPr sz="900"/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5846" y="3544866"/>
            <a:ext cx="8990722" cy="2446782"/>
          </a:xfrm>
        </p:spPr>
        <p:txBody>
          <a:bodyPr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95846" y="6024816"/>
            <a:ext cx="1809495" cy="365125"/>
          </a:xfrm>
          <a:solidFill>
            <a:schemeClr val="bg2"/>
          </a:solidFill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2"/>
          </a:solidFill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536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8073289-DB44-2F27-575B-3B0123960D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72AC4BE-2FD3-AAF4-8A1B-0633F1BEE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8436077" cy="2057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652D305-42E1-E86E-632C-9DFD4F747E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85800" y="4564627"/>
            <a:ext cx="5068016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421917DD-3691-27F7-68C8-EACE32AEA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25" y="530940"/>
            <a:ext cx="7703576" cy="1308290"/>
          </a:xfrm>
          <a:noFill/>
        </p:spPr>
        <p:txBody>
          <a:bodyPr anchor="t">
            <a:normAutofit/>
          </a:bodyPr>
          <a:lstStyle>
            <a:lvl1pPr>
              <a:defRPr sz="80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F1F66-DA3A-1E9E-183A-4FB86FC67F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7005" y="3571531"/>
            <a:ext cx="5009534" cy="1987694"/>
          </a:xfrm>
        </p:spPr>
        <p:txBody>
          <a:bodyPr anchor="ctr">
            <a:normAutofit/>
          </a:bodyPr>
          <a:lstStyle>
            <a:lvl1pPr marL="0" indent="0">
              <a:buClr>
                <a:schemeClr val="tx2"/>
              </a:buClr>
              <a:buFont typeface="Arial" panose="020B0604020202020204" pitchFamily="34" charset="0"/>
              <a:buNone/>
              <a:defRPr sz="1800"/>
            </a:lvl1pPr>
            <a:lvl2pPr marL="457200" indent="0">
              <a:buClr>
                <a:schemeClr val="tx2"/>
              </a:buClr>
              <a:buFont typeface="Arial" panose="020B0604020202020204" pitchFamily="34" charset="0"/>
              <a:buNone/>
              <a:defRPr sz="1600"/>
            </a:lvl2pPr>
            <a:lvl3pPr marL="914400" indent="0">
              <a:buClr>
                <a:schemeClr val="tx2"/>
              </a:buClr>
              <a:buFont typeface="Arial" panose="020B0604020202020204" pitchFamily="34" charset="0"/>
              <a:buNone/>
              <a:defRPr sz="1400"/>
            </a:lvl3pPr>
            <a:lvl4pPr marL="13716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4pPr>
            <a:lvl5pPr marL="1828800" indent="0">
              <a:buClr>
                <a:schemeClr val="tx2"/>
              </a:buClr>
              <a:buFont typeface="Arial" panose="020B0604020202020204" pitchFamily="34" charset="0"/>
              <a:buNone/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27EA8-C1D8-B105-9F54-16985594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5430" y="6029867"/>
            <a:ext cx="1911096" cy="365126"/>
          </a:xfrm>
          <a:noFill/>
        </p:spPr>
        <p:txBody>
          <a:bodyPr anchor="ctr"/>
          <a:lstStyle>
            <a:lvl1pPr algn="l">
              <a:defRPr sz="900" b="1"/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64A704-5499-D0F7-F550-5994C49F8C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799320" y="6029867"/>
            <a:ext cx="1441766" cy="365125"/>
          </a:xfrm>
          <a:noFill/>
        </p:spPr>
        <p:txBody>
          <a:bodyPr/>
          <a:lstStyle>
            <a:lvl1pPr algn="r">
              <a:defRPr/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F2DDE-AF7B-917E-704F-1E12AB9BF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31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FBAF5C3-82B6-427E-5D2E-900A2D90A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722427" y="6212437"/>
            <a:ext cx="10808612" cy="0"/>
          </a:xfrm>
          <a:prstGeom prst="line">
            <a:avLst/>
          </a:prstGeom>
          <a:ln w="12700">
            <a:solidFill>
              <a:schemeClr val="tx2"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1AA792-727F-F91C-6564-A882FAF11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351270"/>
            <a:ext cx="10981137" cy="1239720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13716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0A246-77A4-EC4C-28B8-90388BB8E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431" y="1745956"/>
            <a:ext cx="10981137" cy="39834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F6714-5B6F-439F-4173-D518237123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5430" y="6029868"/>
            <a:ext cx="191109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l">
              <a:defRPr sz="900" b="1" cap="all" spc="6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842E6-B4ED-431B-B1A0-22352BA6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0" y="6029868"/>
            <a:ext cx="1182686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743A1-0EE5-84FA-44EE-3CDDB793AA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3434" y="6029868"/>
            <a:ext cx="429372" cy="365125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/>
          <a:lstStyle>
            <a:lvl1pPr algn="r">
              <a:defRPr sz="900" cap="all" baseline="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629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  <p:sldLayoutId id="2147483780" r:id="rId18"/>
    <p:sldLayoutId id="2147483781" r:id="rId19"/>
    <p:sldLayoutId id="2147483782" r:id="rId20"/>
    <p:sldLayoutId id="2147483783" r:id="rId21"/>
    <p:sldLayoutId id="2147483784" r:id="rId22"/>
    <p:sldLayoutId id="2147483785" r:id="rId23"/>
    <p:sldLayoutId id="2147483786" r:id="rId24"/>
    <p:sldLayoutId id="2147483787" r:id="rId25"/>
    <p:sldLayoutId id="2147483788" r:id="rId26"/>
    <p:sldLayoutId id="2147483789" r:id="rId27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spcAft>
          <a:spcPts val="0"/>
        </a:spcAft>
        <a:buNone/>
        <a:defRPr sz="2800" kern="1200" cap="all" baseline="0">
          <a:solidFill>
            <a:schemeClr val="accent5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864">
          <p15:clr>
            <a:srgbClr val="F26B43"/>
          </p15:clr>
        </p15:guide>
        <p15:guide id="3" pos="432">
          <p15:clr>
            <a:srgbClr val="F26B43"/>
          </p15:clr>
        </p15:guide>
        <p15:guide id="4" orient="horz" pos="3912">
          <p15:clr>
            <a:srgbClr val="F26B43"/>
          </p15:clr>
        </p15:guide>
        <p15:guide id="5" orient="horz" pos="3504">
          <p15:clr>
            <a:srgbClr val="F26B43"/>
          </p15:clr>
        </p15:guide>
        <p15:guide id="6" orient="horz" pos="3024">
          <p15:clr>
            <a:srgbClr val="F26B43"/>
          </p15:clr>
        </p15:guide>
        <p15:guide id="7" orient="horz" pos="2592">
          <p15:clr>
            <a:srgbClr val="F26B43"/>
          </p15:clr>
        </p15:guide>
        <p15:guide id="8" orient="horz" pos="1728">
          <p15:clr>
            <a:srgbClr val="F26B43"/>
          </p15:clr>
        </p15:guide>
        <p15:guide id="9" orient="horz" pos="1296">
          <p15:clr>
            <a:srgbClr val="F26B43"/>
          </p15:clr>
        </p15:guide>
        <p15:guide id="10" orient="horz" pos="864">
          <p15:clr>
            <a:srgbClr val="F26B43"/>
          </p15:clr>
        </p15:guide>
        <p15:guide id="11" orient="horz" pos="432">
          <p15:clr>
            <a:srgbClr val="F26B43"/>
          </p15:clr>
        </p15:guide>
        <p15:guide id="12" pos="1296">
          <p15:clr>
            <a:srgbClr val="F26B43"/>
          </p15:clr>
        </p15:guide>
        <p15:guide id="13" pos="1728">
          <p15:clr>
            <a:srgbClr val="F26B43"/>
          </p15:clr>
        </p15:guide>
        <p15:guide id="18" pos="2160">
          <p15:clr>
            <a:srgbClr val="F26B43"/>
          </p15:clr>
        </p15:guide>
        <p15:guide id="20" pos="5520">
          <p15:clr>
            <a:srgbClr val="F26B43"/>
          </p15:clr>
        </p15:guide>
        <p15:guide id="21" pos="5952">
          <p15:clr>
            <a:srgbClr val="F26B43"/>
          </p15:clr>
        </p15:guide>
        <p15:guide id="22" pos="6384">
          <p15:clr>
            <a:srgbClr val="F26B43"/>
          </p15:clr>
        </p15:guide>
        <p15:guide id="24" pos="6816">
          <p15:clr>
            <a:srgbClr val="F26B43"/>
          </p15:clr>
        </p15:guide>
        <p15:guide id="25" pos="7248">
          <p15:clr>
            <a:srgbClr val="F26B43"/>
          </p15:clr>
        </p15:guide>
        <p15:guide id="26" pos="5088">
          <p15:clr>
            <a:srgbClr val="F26B43"/>
          </p15:clr>
        </p15:guide>
        <p15:guide id="27" pos="4656">
          <p15:clr>
            <a:srgbClr val="F26B43"/>
          </p15:clr>
        </p15:guide>
        <p15:guide id="28" pos="4224">
          <p15:clr>
            <a:srgbClr val="F26B43"/>
          </p15:clr>
        </p15:guide>
        <p15:guide id="29" pos="2592">
          <p15:clr>
            <a:srgbClr val="F26B43"/>
          </p15:clr>
        </p15:guide>
        <p15:guide id="30" pos="3024">
          <p15:clr>
            <a:srgbClr val="F26B43"/>
          </p15:clr>
        </p15:guide>
        <p15:guide id="31" pos="3456">
          <p15:clr>
            <a:srgbClr val="F26B43"/>
          </p15:clr>
        </p15:guide>
        <p15:guide id="32" orient="horz" pos="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9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0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FA45EA8-E6C1-47F5-DAF6-EDD2711A7CAA}"/>
              </a:ext>
            </a:extLst>
          </p:cNvPr>
          <p:cNvSpPr txBox="1"/>
          <p:nvPr/>
        </p:nvSpPr>
        <p:spPr>
          <a:xfrm>
            <a:off x="603504" y="521185"/>
            <a:ext cx="10902696" cy="1070849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2800" b="1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Introduction</a:t>
            </a:r>
            <a:r>
              <a:rPr lang="en-US"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2800" b="1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to Data Management</a:t>
            </a:r>
          </a:p>
        </p:txBody>
      </p:sp>
      <p:graphicFrame>
        <p:nvGraphicFramePr>
          <p:cNvPr id="12" name="TextBox 6">
            <a:extLst>
              <a:ext uri="{FF2B5EF4-FFF2-40B4-BE49-F238E27FC236}">
                <a16:creationId xmlns:a16="http://schemas.microsoft.com/office/drawing/2014/main" id="{BF0DB116-D61B-0786-B9CE-F7237658072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51403103"/>
              </p:ext>
            </p:extLst>
          </p:nvPr>
        </p:nvGraphicFramePr>
        <p:xfrm>
          <a:off x="605431" y="1756230"/>
          <a:ext cx="5181600" cy="4034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350000" y="6181187"/>
            <a:ext cx="5565706" cy="556048"/>
          </a:xfrm>
          <a:prstGeom prst="rect">
            <a:avLst/>
          </a:prstGeom>
          <a:noFill/>
        </p:spPr>
        <p:txBody>
          <a:bodyPr vert="horz" lIns="91440" tIns="45720" rIns="91440" bIns="137160" rtlCol="0" anchor="t">
            <a:normAutofit fontScale="92500" lnSpcReduction="10000"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  <a:defRPr sz="2900" b="1">
                <a:solidFill>
                  <a:srgbClr val="162644"/>
                </a:solidFill>
                <a:latin typeface="Aptos"/>
              </a:defRPr>
            </a:pPr>
            <a:r>
              <a:rPr lang="en-US" sz="2800" b="0" kern="1200" cap="all" baseline="0" dirty="0">
                <a:solidFill>
                  <a:schemeClr val="accent1"/>
                </a:solidFill>
                <a:effectLst/>
                <a:latin typeface="+mj-lt"/>
                <a:ea typeface="+mj-ea"/>
                <a:cs typeface="+mj-cs"/>
              </a:rPr>
              <a:t>What we will learn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5431" y="1756230"/>
            <a:ext cx="5181600" cy="4034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defRPr sz="900" b="0">
                <a:solidFill>
                  <a:srgbClr val="5F6C7B"/>
                </a:solidFill>
                <a:latin typeface="Aptos"/>
              </a:defRPr>
            </a:pPr>
            <a:endParaRPr lang="en-US" sz="1400" dirty="0">
              <a:solidFill>
                <a:schemeClr val="tx2"/>
              </a:solidFill>
            </a:endParaRPr>
          </a:p>
        </p:txBody>
      </p:sp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CB364344-7BAA-F66C-2F04-116CA8D529E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1694403"/>
              </p:ext>
            </p:extLst>
          </p:nvPr>
        </p:nvGraphicFramePr>
        <p:xfrm>
          <a:off x="0" y="-294640"/>
          <a:ext cx="12192000" cy="63195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548502-C6F9-7DAC-6439-CB822F88A878}"/>
              </a:ext>
            </a:extLst>
          </p:cNvPr>
          <p:cNvSpPr txBox="1"/>
          <p:nvPr/>
        </p:nvSpPr>
        <p:spPr>
          <a:xfrm>
            <a:off x="336884" y="657727"/>
            <a:ext cx="112759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Imagine that NUTM-CS department has 50 students. Their names, registration numbers, courses and examination scores are kept in different spreadsheets.</a:t>
            </a:r>
          </a:p>
          <a:p>
            <a:pPr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students change their phone numbers. A lecturer corrects a score, but the departmental copy is not updated. Two students have similar names, and one student's registration number is entered incorrectly.</a:t>
            </a:r>
          </a:p>
          <a:p>
            <a:pPr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Discuss: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problems could arise?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record should be trusted?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would the department find one student's information quickly?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should be allowed to change examination scores?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3504" y="521185"/>
            <a:ext cx="10902696" cy="1070849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900" b="1">
                <a:solidFill>
                  <a:srgbClr val="162644"/>
                </a:solidFill>
                <a:latin typeface="Aptos"/>
              </a:defRPr>
            </a:pPr>
            <a:r>
              <a:rPr lang="en-US"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What is data?</a:t>
            </a:r>
          </a:p>
        </p:txBody>
      </p:sp>
      <p:graphicFrame>
        <p:nvGraphicFramePr>
          <p:cNvPr id="8" name="TextBox 3">
            <a:extLst>
              <a:ext uri="{FF2B5EF4-FFF2-40B4-BE49-F238E27FC236}">
                <a16:creationId xmlns:a16="http://schemas.microsoft.com/office/drawing/2014/main" id="{165E23C1-4279-8D96-D9FC-096F716E6E2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0179586"/>
              </p:ext>
            </p:extLst>
          </p:nvPr>
        </p:nvGraphicFramePr>
        <p:xfrm>
          <a:off x="2235200" y="1756230"/>
          <a:ext cx="9271000" cy="4034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57739" y="936057"/>
            <a:ext cx="11834261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individual facts or recorded values.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Information: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interpreted to answer a particular question.</a:t>
            </a:r>
          </a:p>
          <a:p>
            <a:pPr>
              <a:spcAft>
                <a:spcPts val="1100"/>
              </a:spcAft>
              <a:defRPr sz="1900">
                <a:solidFill>
                  <a:srgbClr val="26303C"/>
                </a:solidFill>
                <a:latin typeface="Aptos"/>
              </a:defRPr>
            </a:pP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B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9E3B41-9BAF-BA33-3DFC-9BB60EB025C4}"/>
              </a:ext>
            </a:extLst>
          </p:cNvPr>
          <p:cNvSpPr txBox="1"/>
          <p:nvPr/>
        </p:nvSpPr>
        <p:spPr>
          <a:xfrm>
            <a:off x="357739" y="3167844"/>
            <a:ext cx="27847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Example;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24, CS, NUTM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01600" y="132081"/>
            <a:ext cx="11404600" cy="650239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900" b="1">
                <a:solidFill>
                  <a:srgbClr val="162644"/>
                </a:solidFill>
                <a:latin typeface="Aptos"/>
              </a:defRPr>
            </a:pPr>
            <a:r>
              <a:rPr lang="en-US" sz="2800" kern="1200" cap="all" baseline="0" dirty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Why do we manage data ?</a:t>
            </a:r>
          </a:p>
        </p:txBody>
      </p:sp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B8920069-1114-2652-5F80-9A3527901B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9386101"/>
              </p:ext>
            </p:extLst>
          </p:nvPr>
        </p:nvGraphicFramePr>
        <p:xfrm>
          <a:off x="3317240" y="1010920"/>
          <a:ext cx="8488680" cy="483615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">
            <a:extLst>
              <a:ext uri="{FF2B5EF4-FFF2-40B4-BE49-F238E27FC236}">
                <a16:creationId xmlns:a16="http://schemas.microsoft.com/office/drawing/2014/main" id="{DFDB35A3-924E-0429-7E31-93D26C7FA026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 flipH="1">
            <a:off x="-111760" y="0"/>
            <a:ext cx="111760" cy="6858000"/>
          </a:xfrm>
        </p:spPr>
        <p:txBody>
          <a:bodyPr/>
          <a:lstStyle/>
          <a:p>
            <a:endParaRPr lang="en-US"/>
          </a:p>
        </p:txBody>
      </p:sp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9B99B63A-5451-F695-6ADE-134BB4D83E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9872334"/>
              </p:ext>
            </p:extLst>
          </p:nvPr>
        </p:nvGraphicFramePr>
        <p:xfrm>
          <a:off x="863600" y="721360"/>
          <a:ext cx="10799206" cy="51238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03504" y="521185"/>
            <a:ext cx="10902696" cy="1070849"/>
          </a:xfrm>
          <a:prstGeom prst="rect">
            <a:avLst/>
          </a:prstGeom>
          <a:noFill/>
        </p:spPr>
        <p:txBody>
          <a:bodyPr vert="horz" lIns="91440" tIns="45720" rIns="91440" bIns="137160" rtlCol="0" anchor="b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  <a:defRPr sz="2900" b="1">
                <a:solidFill>
                  <a:srgbClr val="162644"/>
                </a:solidFill>
                <a:latin typeface="Aptos"/>
              </a:defRPr>
            </a:pPr>
            <a:r>
              <a:rPr lang="en-US" sz="2800" kern="1200" cap="all" baseline="0">
                <a:solidFill>
                  <a:schemeClr val="accent5"/>
                </a:solidFill>
                <a:latin typeface="+mj-lt"/>
                <a:ea typeface="+mj-ea"/>
                <a:cs typeface="+mj-cs"/>
              </a:rPr>
              <a:t>Data Management Process</a:t>
            </a:r>
          </a:p>
        </p:txBody>
      </p:sp>
      <p:graphicFrame>
        <p:nvGraphicFramePr>
          <p:cNvPr id="10" name="TextBox 7">
            <a:extLst>
              <a:ext uri="{FF2B5EF4-FFF2-40B4-BE49-F238E27FC236}">
                <a16:creationId xmlns:a16="http://schemas.microsoft.com/office/drawing/2014/main" id="{315D2A18-723F-2507-8EC4-D178FDBA24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6074536"/>
              </p:ext>
            </p:extLst>
          </p:nvPr>
        </p:nvGraphicFramePr>
        <p:xfrm>
          <a:off x="605430" y="1756230"/>
          <a:ext cx="10326729" cy="403496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49980" y="45720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62644"/>
                </a:solidFill>
                <a:latin typeface="Aptos"/>
              </a:defRPr>
            </a:pPr>
            <a:r>
              <a:rPr lang="en-US" dirty="0"/>
              <a:t>Where is data management used?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29D368-91A0-9507-1D29-F0D3AA0924C4}"/>
              </a:ext>
            </a:extLst>
          </p:cNvPr>
          <p:cNvSpPr txBox="1"/>
          <p:nvPr/>
        </p:nvSpPr>
        <p:spPr>
          <a:xfrm>
            <a:off x="449980" y="1557283"/>
            <a:ext cx="1148534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Healthcare, Banking, Retail, Transport, Government, etc.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45720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62644"/>
                </a:solidFill>
                <a:latin typeface="Aptos"/>
              </a:defRPr>
            </a:pPr>
            <a:r>
              <a:rPr lang="en-US"/>
              <a:t>Consider this problems ?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B"/>
                </a:solidFill>
                <a:latin typeface="Aptos"/>
              </a:defRPr>
            </a:pPr>
            <a:r>
              <a:rPr lang="en-US"/>
              <a:t>11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FDEB3D-45AB-7ABD-C753-D615234FE207}"/>
              </a:ext>
            </a:extLst>
          </p:cNvPr>
          <p:cNvSpPr txBox="1"/>
          <p:nvPr/>
        </p:nvSpPr>
        <p:spPr>
          <a:xfrm>
            <a:off x="594359" y="1456834"/>
            <a:ext cx="1114846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student appears twice.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registration numbers are missing.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Dates are written in different formats.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lecturer has an old copy of the file.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 results can be changed without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authorisation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Nobody knows whether the latest backup works.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Different colored organizers">
            <a:extLst>
              <a:ext uri="{FF2B5EF4-FFF2-40B4-BE49-F238E27FC236}">
                <a16:creationId xmlns:a16="http://schemas.microsoft.com/office/drawing/2014/main" id="{638E1819-409F-FD0B-03AD-B8655729AB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434" r="15328" b="1"/>
          <a:stretch>
            <a:fillRect/>
          </a:stretch>
        </p:blipFill>
        <p:spPr>
          <a:xfrm>
            <a:off x="20" y="10"/>
            <a:ext cx="2885420" cy="6857990"/>
          </a:xfrm>
          <a:prstGeom prst="rect">
            <a:avLst/>
          </a:prstGeom>
          <a:noFill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E07357-5F51-1AD2-EBE8-13845BEA6949}"/>
              </a:ext>
            </a:extLst>
          </p:cNvPr>
          <p:cNvSpPr txBox="1"/>
          <p:nvPr/>
        </p:nvSpPr>
        <p:spPr>
          <a:xfrm>
            <a:off x="3078480" y="264160"/>
            <a:ext cx="9113520" cy="6197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>
              <a:lnSpc>
                <a:spcPct val="110000"/>
              </a:lnSpc>
              <a:spcBef>
                <a:spcPts val="1000"/>
              </a:spcBef>
            </a:pP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can be stored in different ways.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 records: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useful for some manual processes, but searching, sharing and updating large collections can be difficult.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Files: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data may be stored in text files or other formats. The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organisation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records depends on how the files are designed and maintained.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Spreadsheets: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useful for calculations, lists and small datasets. Problems can arise when many users maintain separate copies or when the data becomes complex.</a:t>
            </a: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Databases: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organise</a:t>
            </a:r>
            <a:r>
              <a:rPr lang="en-US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related data so that it can be stored, searched, updated and managed systematically.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45720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62644"/>
                </a:solidFill>
                <a:latin typeface="Aptos"/>
              </a:defRPr>
            </a:pPr>
            <a:r>
              <a:rPr lang="en-US" dirty="0"/>
              <a:t>What is a database?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B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129EBE-E9C7-186A-5CFE-C19727BA6CE7}"/>
              </a:ext>
            </a:extLst>
          </p:cNvPr>
          <p:cNvSpPr txBox="1"/>
          <p:nvPr/>
        </p:nvSpPr>
        <p:spPr>
          <a:xfrm>
            <a:off x="361348" y="1112535"/>
            <a:ext cx="1146930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organised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collection of related data.</a:t>
            </a:r>
          </a:p>
          <a:p>
            <a:pPr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example, a university database may contain information about: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Lecturers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Course registrations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Examination results</a:t>
            </a:r>
          </a:p>
          <a:p>
            <a:pPr algn="just">
              <a:buNone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457200"/>
            <a:ext cx="10972800" cy="5386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900" b="1">
                <a:solidFill>
                  <a:srgbClr val="162644"/>
                </a:solidFill>
                <a:latin typeface="Aptos"/>
              </a:defRPr>
            </a:pPr>
            <a:r>
              <a:rPr lang="en-US" dirty="0"/>
              <a:t>What is a Database Management System?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B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C4F8B-F14F-171C-F631-AED21042A3B0}"/>
              </a:ext>
            </a:extLst>
          </p:cNvPr>
          <p:cNvSpPr txBox="1"/>
          <p:nvPr/>
        </p:nvSpPr>
        <p:spPr>
          <a:xfrm>
            <a:off x="410277" y="1851198"/>
            <a:ext cx="1134096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System (DBMS)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software used to create, manage and work with databases.</a:t>
            </a:r>
          </a:p>
          <a:p>
            <a:pPr algn="just">
              <a:buNone/>
            </a:pP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 include MySQL, PostgreSQL, </a:t>
            </a:r>
            <a:r>
              <a:rPr lang="en-US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MicrosoftSQL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Server and Oracle Database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B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A967DE-460E-EE1D-685F-16CEBAF77F9F}"/>
              </a:ext>
            </a:extLst>
          </p:cNvPr>
          <p:cNvSpPr txBox="1"/>
          <p:nvPr/>
        </p:nvSpPr>
        <p:spPr>
          <a:xfrm>
            <a:off x="368968" y="801521"/>
            <a:ext cx="8775032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DBMS can help users:</a:t>
            </a:r>
          </a:p>
          <a:p>
            <a:pPr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 the structure of a database.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Insert, retrieve, update and delete records.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Enforce rules on the data.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 access to information.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 multiple users to work with data.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backup and recovery.</a:t>
            </a:r>
          </a:p>
          <a:p>
            <a:pPr algn="just"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24617" y="156556"/>
            <a:ext cx="4036334" cy="238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900" b="1">
                <a:solidFill>
                  <a:srgbClr val="162644"/>
                </a:solidFill>
                <a:latin typeface="Aptos"/>
              </a:defRPr>
            </a:pPr>
            <a:r>
              <a:rPr lang="en-US" sz="5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DB System Environment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CBF8B6D-C74C-A871-66C2-55FE6D405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955" y="0"/>
            <a:ext cx="7846045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1247120" y="6492240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  <a:defRPr sz="900" b="0">
                <a:solidFill>
                  <a:srgbClr val="5F6C7B"/>
                </a:solidFill>
                <a:latin typeface="Aptos"/>
              </a:defRPr>
            </a:pPr>
            <a:r>
              <a:t>23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67EE43-3BDA-ED81-66B0-B31B72D998DA}"/>
              </a:ext>
            </a:extLst>
          </p:cNvPr>
          <p:cNvSpPr txBox="1"/>
          <p:nvPr/>
        </p:nvSpPr>
        <p:spPr>
          <a:xfrm>
            <a:off x="1179871" y="2204573"/>
            <a:ext cx="94488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Week;</a:t>
            </a:r>
          </a:p>
          <a:p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the relational database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765139A-16C9-5898-BCCB-154B5A951C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879" y="658762"/>
            <a:ext cx="7911127" cy="5338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52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F67FBA-A3E4-7527-B4A7-9796AE1E2CC4}"/>
              </a:ext>
            </a:extLst>
          </p:cNvPr>
          <p:cNvSpPr txBox="1"/>
          <p:nvPr/>
        </p:nvSpPr>
        <p:spPr>
          <a:xfrm>
            <a:off x="1248697" y="943897"/>
            <a:ext cx="789530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TABLE students (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matric_no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TEXT,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dept TEXT,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gender TEXT,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contact TEXT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1683363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E4CF27E-4766-008C-F072-A55D911B7DD5}"/>
              </a:ext>
            </a:extLst>
          </p:cNvPr>
          <p:cNvSpPr txBox="1"/>
          <p:nvPr/>
        </p:nvSpPr>
        <p:spPr>
          <a:xfrm>
            <a:off x="403123" y="865239"/>
            <a:ext cx="1147424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students VALUES ('CS/001', 'Computer Science', 'Male', '08012345678');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students VALUES ('ENG/002', 'Engineering', 'Female', '08098765432');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students VALUES ('MED/003', 'Medicine', 'Male', '08055555555');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students VALUES ('LAW/004', 'Law', 'Female', '08044444444');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INSERT INTO students VALUES ('ART/005', 'Arts', 'Male', '08033333333');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DB789F-8ABB-9B2D-99C9-F6666BAF9560}"/>
              </a:ext>
            </a:extLst>
          </p:cNvPr>
          <p:cNvSpPr txBox="1"/>
          <p:nvPr/>
        </p:nvSpPr>
        <p:spPr>
          <a:xfrm>
            <a:off x="403123" y="3869104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</a:t>
            </a:r>
          </a:p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students;</a:t>
            </a:r>
          </a:p>
        </p:txBody>
      </p:sp>
    </p:spTree>
    <p:extLst>
      <p:ext uri="{BB962C8B-B14F-4D97-AF65-F5344CB8AC3E}">
        <p14:creationId xmlns:p14="http://schemas.microsoft.com/office/powerpoint/2010/main" val="10430841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54AC86-2F24-9421-5086-7795A5ED0567}"/>
              </a:ext>
            </a:extLst>
          </p:cNvPr>
          <p:cNvSpPr txBox="1"/>
          <p:nvPr/>
        </p:nvSpPr>
        <p:spPr>
          <a:xfrm>
            <a:off x="825909" y="1152521"/>
            <a:ext cx="704972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*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students </a:t>
            </a:r>
          </a:p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gender = 'Female';</a:t>
            </a:r>
          </a:p>
        </p:txBody>
      </p:sp>
    </p:spTree>
    <p:extLst>
      <p:ext uri="{BB962C8B-B14F-4D97-AF65-F5344CB8AC3E}">
        <p14:creationId xmlns:p14="http://schemas.microsoft.com/office/powerpoint/2010/main" val="3138502979"/>
      </p:ext>
    </p:extLst>
  </p:cSld>
  <p:clrMapOvr>
    <a:masterClrMapping/>
  </p:clrMapOvr>
</p:sld>
</file>

<file path=ppt/theme/theme1.xml><?xml version="1.0" encoding="utf-8"?>
<a:theme xmlns:a="http://schemas.openxmlformats.org/drawingml/2006/main" name="Orange Experience">
  <a:themeElements>
    <a:clrScheme name="Orange Experience">
      <a:dk1>
        <a:srgbClr val="131313"/>
      </a:dk1>
      <a:lt1>
        <a:sysClr val="window" lastClr="FFFFFF"/>
      </a:lt1>
      <a:dk2>
        <a:srgbClr val="444742"/>
      </a:dk2>
      <a:lt2>
        <a:srgbClr val="EDECE9"/>
      </a:lt2>
      <a:accent1>
        <a:srgbClr val="ED6845"/>
      </a:accent1>
      <a:accent2>
        <a:srgbClr val="F48A56"/>
      </a:accent2>
      <a:accent3>
        <a:srgbClr val="9FA295"/>
      </a:accent3>
      <a:accent4>
        <a:srgbClr val="5B6E74"/>
      </a:accent4>
      <a:accent5>
        <a:srgbClr val="6E7868"/>
      </a:accent5>
      <a:accent6>
        <a:srgbClr val="A1AAAA"/>
      </a:accent6>
      <a:hlink>
        <a:srgbClr val="F05814"/>
      </a:hlink>
      <a:folHlink>
        <a:srgbClr val="E99401"/>
      </a:folHlink>
    </a:clrScheme>
    <a:fontScheme name="Custom 40">
      <a:majorFont>
        <a:latin typeface="Oswald SemiBold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range experience" id="{9BAA8FFB-1EEF-49AC-B7FF-0F37799585E9}" vid="{6523F788-A6E6-47B0-B3C7-625411BE5A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Orange Experience</Template>
  <TotalTime>353</TotalTime>
  <Words>805</Words>
  <Application>Microsoft Office PowerPoint</Application>
  <PresentationFormat>Widescreen</PresentationFormat>
  <Paragraphs>119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7" baseType="lpstr">
      <vt:lpstr>Aptos</vt:lpstr>
      <vt:lpstr>Arial</vt:lpstr>
      <vt:lpstr>Calibri</vt:lpstr>
      <vt:lpstr>Oswald SemiBold</vt:lpstr>
      <vt:lpstr>Times New Roman</vt:lpstr>
      <vt:lpstr>Univers Condensed Light</vt:lpstr>
      <vt:lpstr>Orange Experience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Jeremiah Ocheni</cp:lastModifiedBy>
  <cp:revision>4</cp:revision>
  <dcterms:created xsi:type="dcterms:W3CDTF">2013-01-27T09:14:16Z</dcterms:created>
  <dcterms:modified xsi:type="dcterms:W3CDTF">2026-10-15T13:19:00Z</dcterms:modified>
  <cp:category/>
</cp:coreProperties>
</file>