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5.xml" ContentType="application/vnd.openxmlformats-officedocument.theme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71.xml" ContentType="application/vnd.openxmlformats-officedocument.presentationml.tags+xml"/>
  <Override PartName="/ppt/notesSlides/notesSlide7.xml" ContentType="application/vnd.openxmlformats-officedocument.presentationml.notesSlide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64" r:id="rId2"/>
    <p:sldMasterId id="2147483899" r:id="rId3"/>
    <p:sldMasterId id="2147483918" r:id="rId4"/>
    <p:sldMasterId id="2147483944" r:id="rId5"/>
  </p:sldMasterIdLst>
  <p:notesMasterIdLst>
    <p:notesMasterId r:id="rId23"/>
  </p:notesMasterIdLst>
  <p:handoutMasterIdLst>
    <p:handoutMasterId r:id="rId24"/>
  </p:handoutMasterIdLst>
  <p:sldIdLst>
    <p:sldId id="2147373738" r:id="rId6"/>
    <p:sldId id="2147376026" r:id="rId7"/>
    <p:sldId id="2147482833" r:id="rId8"/>
    <p:sldId id="2147482834" r:id="rId9"/>
    <p:sldId id="2147482835" r:id="rId10"/>
    <p:sldId id="2147482836" r:id="rId11"/>
    <p:sldId id="2147482832" r:id="rId12"/>
    <p:sldId id="2147482860" r:id="rId13"/>
    <p:sldId id="2147482839" r:id="rId14"/>
    <p:sldId id="2147482838" r:id="rId15"/>
    <p:sldId id="2147482856" r:id="rId16"/>
    <p:sldId id="2147482857" r:id="rId17"/>
    <p:sldId id="2147482858" r:id="rId18"/>
    <p:sldId id="2147482859" r:id="rId19"/>
    <p:sldId id="2147482863" r:id="rId20"/>
    <p:sldId id="2147482861" r:id="rId21"/>
    <p:sldId id="2147375991" r:id="rId22"/>
  </p:sldIdLst>
  <p:sldSz cx="12192000" cy="6858000"/>
  <p:notesSz cx="7102475" cy="93884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BEB547A-A362-41F8-BE81-7C2976D108E1}">
          <p14:sldIdLst>
            <p14:sldId id="2147373738"/>
            <p14:sldId id="2147376026"/>
            <p14:sldId id="2147482833"/>
            <p14:sldId id="2147482834"/>
            <p14:sldId id="2147482835"/>
            <p14:sldId id="2147482836"/>
            <p14:sldId id="2147482832"/>
            <p14:sldId id="2147482860"/>
            <p14:sldId id="2147482839"/>
            <p14:sldId id="2147482838"/>
            <p14:sldId id="2147482856"/>
            <p14:sldId id="2147482857"/>
            <p14:sldId id="2147482858"/>
            <p14:sldId id="2147482859"/>
            <p14:sldId id="2147482863"/>
            <p14:sldId id="2147482861"/>
            <p14:sldId id="214737599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  <p188:author id="{39F63F5C-7FA8-202D-9FDF-3E5F01983E56}" name="Olubiyi Akinnaanu" initials="OA" userId="S::olubiyi.akinnaanu@nutm.edu.ng::036d9979-f57a-4de1-ab53-29386dd3d1d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96B4"/>
    <a:srgbClr val="FF0000"/>
    <a:srgbClr val="FFF7EF"/>
    <a:srgbClr val="BFD6CC"/>
    <a:srgbClr val="005A35"/>
    <a:srgbClr val="D0D0D0"/>
    <a:srgbClr val="FFCC99"/>
    <a:srgbClr val="FFEAD5"/>
    <a:srgbClr val="B2ECB2"/>
    <a:srgbClr val="00A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78511" autoAdjust="0"/>
  </p:normalViewPr>
  <p:slideViewPr>
    <p:cSldViewPr snapToGrid="0" snapToObjects="1">
      <p:cViewPr varScale="1">
        <p:scale>
          <a:sx n="50" d="100"/>
          <a:sy n="50" d="100"/>
        </p:scale>
        <p:origin x="1288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532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15 October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46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52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76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930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78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3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15 October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6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2.emf"/><Relationship Id="rId5" Type="http://schemas.openxmlformats.org/officeDocument/2006/relationships/tags" Target="../tags/tag29.xml"/><Relationship Id="rId10" Type="http://schemas.openxmlformats.org/officeDocument/2006/relationships/oleObject" Target="../embeddings/oleObject2.bin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1.emf"/><Relationship Id="rId4" Type="http://schemas.openxmlformats.org/officeDocument/2006/relationships/tags" Target="../tags/tag36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4.emf"/><Relationship Id="rId4" Type="http://schemas.openxmlformats.org/officeDocument/2006/relationships/tags" Target="../tags/tag57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6" Type="http://schemas.openxmlformats.org/officeDocument/2006/relationships/image" Target="../media/image1.emf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2" Type="http://schemas.openxmlformats.org/officeDocument/2006/relationships/tags" Target="../tags/tag75.xml"/><Relationship Id="rId16" Type="http://schemas.openxmlformats.org/officeDocument/2006/relationships/image" Target="../media/image1.emf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oleObject" Target="../embeddings/oleObject7.bin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image" Target="../media/image1.emf"/><Relationship Id="rId2" Type="http://schemas.openxmlformats.org/officeDocument/2006/relationships/tags" Target="../tags/tag88.xml"/><Relationship Id="rId16" Type="http://schemas.openxmlformats.org/officeDocument/2006/relationships/oleObject" Target="../embeddings/oleObject8.bin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image" Target="../media/image5.emf"/><Relationship Id="rId2" Type="http://schemas.openxmlformats.org/officeDocument/2006/relationships/tags" Target="../tags/tag102.xml"/><Relationship Id="rId16" Type="http://schemas.openxmlformats.org/officeDocument/2006/relationships/oleObject" Target="../embeddings/oleObject9.bin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5" Type="http://schemas.openxmlformats.org/officeDocument/2006/relationships/tags" Target="../tags/tag10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2" Type="http://schemas.openxmlformats.org/officeDocument/2006/relationships/tags" Target="../tags/tag116.xml"/><Relationship Id="rId16" Type="http://schemas.openxmlformats.org/officeDocument/2006/relationships/image" Target="../media/image1.emf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7" Type="http://schemas.openxmlformats.org/officeDocument/2006/relationships/image" Target="../media/image6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image" Target="../media/image3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image" Target="../media/image2.emf"/><Relationship Id="rId5" Type="http://schemas.openxmlformats.org/officeDocument/2006/relationships/tags" Target="../tags/tag169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168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10" Type="http://schemas.openxmlformats.org/officeDocument/2006/relationships/image" Target="../media/image1.emf"/><Relationship Id="rId4" Type="http://schemas.openxmlformats.org/officeDocument/2006/relationships/tags" Target="../tags/tag176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7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9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9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10" Type="http://schemas.openxmlformats.org/officeDocument/2006/relationships/image" Target="../media/image4.emf"/><Relationship Id="rId4" Type="http://schemas.openxmlformats.org/officeDocument/2006/relationships/tags" Target="../tags/tag197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2" Type="http://schemas.openxmlformats.org/officeDocument/2006/relationships/tags" Target="../tags/tag202.xml"/><Relationship Id="rId16" Type="http://schemas.openxmlformats.org/officeDocument/2006/relationships/image" Target="../media/image1.emf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5" Type="http://schemas.openxmlformats.org/officeDocument/2006/relationships/oleObject" Target="../embeddings/oleObject16.bin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image" Target="../media/image1.emf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oleObject" Target="../embeddings/oleObject17.bin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image" Target="../media/image7.emf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oleObject" Target="../embeddings/oleObject18.bin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2" Type="http://schemas.openxmlformats.org/officeDocument/2006/relationships/tags" Target="../tags/tag241.xml"/><Relationship Id="rId16" Type="http://schemas.openxmlformats.org/officeDocument/2006/relationships/image" Target="../media/image1.emf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5" Type="http://schemas.openxmlformats.org/officeDocument/2006/relationships/oleObject" Target="../embeddings/oleObject19.bin"/><Relationship Id="rId10" Type="http://schemas.openxmlformats.org/officeDocument/2006/relationships/tags" Target="../tags/tag249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2" Type="http://schemas.openxmlformats.org/officeDocument/2006/relationships/tags" Target="../tags/tag254.xml"/><Relationship Id="rId16" Type="http://schemas.openxmlformats.org/officeDocument/2006/relationships/image" Target="../media/image7.emf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5" Type="http://schemas.openxmlformats.org/officeDocument/2006/relationships/oleObject" Target="../embeddings/oleObject20.bin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tags" Target="../tags/tag278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2" Type="http://schemas.openxmlformats.org/officeDocument/2006/relationships/tags" Target="../tags/tag267.xml"/><Relationship Id="rId16" Type="http://schemas.openxmlformats.org/officeDocument/2006/relationships/image" Target="../media/image7.emf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5" Type="http://schemas.openxmlformats.org/officeDocument/2006/relationships/oleObject" Target="../embeddings/oleObject21.bin"/><Relationship Id="rId10" Type="http://schemas.openxmlformats.org/officeDocument/2006/relationships/tags" Target="../tags/tag275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86.xml"/><Relationship Id="rId13" Type="http://schemas.openxmlformats.org/officeDocument/2006/relationships/tags" Target="../tags/tag291.xml"/><Relationship Id="rId3" Type="http://schemas.openxmlformats.org/officeDocument/2006/relationships/tags" Target="../tags/tag281.xml"/><Relationship Id="rId7" Type="http://schemas.openxmlformats.org/officeDocument/2006/relationships/tags" Target="../tags/tag285.xml"/><Relationship Id="rId12" Type="http://schemas.openxmlformats.org/officeDocument/2006/relationships/tags" Target="../tags/tag290.xml"/><Relationship Id="rId2" Type="http://schemas.openxmlformats.org/officeDocument/2006/relationships/tags" Target="../tags/tag280.xml"/><Relationship Id="rId16" Type="http://schemas.openxmlformats.org/officeDocument/2006/relationships/image" Target="../media/image1.emf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11" Type="http://schemas.openxmlformats.org/officeDocument/2006/relationships/tags" Target="../tags/tag289.xml"/><Relationship Id="rId5" Type="http://schemas.openxmlformats.org/officeDocument/2006/relationships/tags" Target="../tags/tag283.xml"/><Relationship Id="rId15" Type="http://schemas.openxmlformats.org/officeDocument/2006/relationships/oleObject" Target="../embeddings/oleObject22.bin"/><Relationship Id="rId10" Type="http://schemas.openxmlformats.org/officeDocument/2006/relationships/tags" Target="../tags/tag288.xml"/><Relationship Id="rId4" Type="http://schemas.openxmlformats.org/officeDocument/2006/relationships/tags" Target="../tags/tag282.xml"/><Relationship Id="rId9" Type="http://schemas.openxmlformats.org/officeDocument/2006/relationships/tags" Target="../tags/tag287.xml"/><Relationship Id="rId14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tags" Target="../tags/tag304.xml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2" Type="http://schemas.openxmlformats.org/officeDocument/2006/relationships/tags" Target="../tags/tag293.xml"/><Relationship Id="rId16" Type="http://schemas.openxmlformats.org/officeDocument/2006/relationships/image" Target="../media/image1.emf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5" Type="http://schemas.openxmlformats.org/officeDocument/2006/relationships/tags" Target="../tags/tag296.xml"/><Relationship Id="rId15" Type="http://schemas.openxmlformats.org/officeDocument/2006/relationships/oleObject" Target="../embeddings/oleObject23.bin"/><Relationship Id="rId10" Type="http://schemas.openxmlformats.org/officeDocument/2006/relationships/tags" Target="../tags/tag301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07.xml"/><Relationship Id="rId7" Type="http://schemas.openxmlformats.org/officeDocument/2006/relationships/tags" Target="../tags/tag311.xm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1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18.xml"/><Relationship Id="rId7" Type="http://schemas.openxmlformats.org/officeDocument/2006/relationships/image" Target="../media/image6.png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342.xml"/><Relationship Id="rId7" Type="http://schemas.openxmlformats.org/officeDocument/2006/relationships/oleObject" Target="../embeddings/oleObject25.bin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44.xml"/><Relationship Id="rId10" Type="http://schemas.openxmlformats.org/officeDocument/2006/relationships/image" Target="../media/image11.png"/><Relationship Id="rId4" Type="http://schemas.openxmlformats.org/officeDocument/2006/relationships/tags" Target="../tags/tag343.xml"/><Relationship Id="rId9" Type="http://schemas.openxmlformats.org/officeDocument/2006/relationships/image" Target="../media/image10.jpe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47.xml"/><Relationship Id="rId7" Type="http://schemas.openxmlformats.org/officeDocument/2006/relationships/tags" Target="../tags/tag351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6" Type="http://schemas.openxmlformats.org/officeDocument/2006/relationships/tags" Target="../tags/tag350.xml"/><Relationship Id="rId11" Type="http://schemas.openxmlformats.org/officeDocument/2006/relationships/image" Target="../media/image11.png"/><Relationship Id="rId5" Type="http://schemas.openxmlformats.org/officeDocument/2006/relationships/tags" Target="../tags/tag349.xml"/><Relationship Id="rId10" Type="http://schemas.openxmlformats.org/officeDocument/2006/relationships/image" Target="../media/image1.emf"/><Relationship Id="rId4" Type="http://schemas.openxmlformats.org/officeDocument/2006/relationships/tags" Target="../tags/tag348.xml"/><Relationship Id="rId9" Type="http://schemas.openxmlformats.org/officeDocument/2006/relationships/oleObject" Target="../embeddings/oleObject26.bin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tags" Target="../tags/tag35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9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tags" Target="../tags/tag36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4" Type="http://schemas.openxmlformats.org/officeDocument/2006/relationships/tags" Target="../tags/tag361.xml"/><Relationship Id="rId9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tags" Target="../tags/tag36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9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10" Type="http://schemas.openxmlformats.org/officeDocument/2006/relationships/image" Target="../media/image7.emf"/><Relationship Id="rId4" Type="http://schemas.openxmlformats.org/officeDocument/2006/relationships/tags" Target="../tags/tag373.xml"/><Relationship Id="rId9" Type="http://schemas.openxmlformats.org/officeDocument/2006/relationships/oleObject" Target="../embeddings/oleObject30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384.xml"/><Relationship Id="rId3" Type="http://schemas.openxmlformats.org/officeDocument/2006/relationships/tags" Target="../tags/tag379.xml"/><Relationship Id="rId7" Type="http://schemas.openxmlformats.org/officeDocument/2006/relationships/tags" Target="../tags/tag383.xml"/><Relationship Id="rId12" Type="http://schemas.openxmlformats.org/officeDocument/2006/relationships/image" Target="../media/image11.png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tags" Target="../tags/tag382.xml"/><Relationship Id="rId11" Type="http://schemas.openxmlformats.org/officeDocument/2006/relationships/image" Target="../media/image1.emf"/><Relationship Id="rId5" Type="http://schemas.openxmlformats.org/officeDocument/2006/relationships/tags" Target="../tags/tag381.xml"/><Relationship Id="rId10" Type="http://schemas.openxmlformats.org/officeDocument/2006/relationships/oleObject" Target="../embeddings/oleObject31.bin"/><Relationship Id="rId4" Type="http://schemas.openxmlformats.org/officeDocument/2006/relationships/tags" Target="../tags/tag380.xml"/><Relationship Id="rId9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13" Type="http://schemas.openxmlformats.org/officeDocument/2006/relationships/image" Target="../media/image9.png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12" Type="http://schemas.openxmlformats.org/officeDocument/2006/relationships/image" Target="../media/image8.jpeg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image" Target="../media/image1.emf"/><Relationship Id="rId5" Type="http://schemas.openxmlformats.org/officeDocument/2006/relationships/tags" Target="../tags/tag389.xml"/><Relationship Id="rId10" Type="http://schemas.openxmlformats.org/officeDocument/2006/relationships/oleObject" Target="../embeddings/oleObject32.bin"/><Relationship Id="rId4" Type="http://schemas.openxmlformats.org/officeDocument/2006/relationships/tags" Target="../tags/tag388.xml"/><Relationship Id="rId9" Type="http://schemas.openxmlformats.org/officeDocument/2006/relationships/slideMaster" Target="../slideMasters/slideMaster3.xml"/><Relationship Id="rId14" Type="http://schemas.microsoft.com/office/2007/relationships/hdphoto" Target="../media/hdphoto1.wdp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400.xml"/><Relationship Id="rId13" Type="http://schemas.openxmlformats.org/officeDocument/2006/relationships/image" Target="../media/image9.png"/><Relationship Id="rId3" Type="http://schemas.openxmlformats.org/officeDocument/2006/relationships/tags" Target="../tags/tag395.xml"/><Relationship Id="rId7" Type="http://schemas.openxmlformats.org/officeDocument/2006/relationships/tags" Target="../tags/tag399.xml"/><Relationship Id="rId12" Type="http://schemas.openxmlformats.org/officeDocument/2006/relationships/image" Target="../media/image8.jpeg"/><Relationship Id="rId2" Type="http://schemas.openxmlformats.org/officeDocument/2006/relationships/tags" Target="../tags/tag394.xml"/><Relationship Id="rId1" Type="http://schemas.openxmlformats.org/officeDocument/2006/relationships/tags" Target="../tags/tag393.xml"/><Relationship Id="rId6" Type="http://schemas.openxmlformats.org/officeDocument/2006/relationships/tags" Target="../tags/tag398.xml"/><Relationship Id="rId11" Type="http://schemas.openxmlformats.org/officeDocument/2006/relationships/image" Target="../media/image1.emf"/><Relationship Id="rId5" Type="http://schemas.openxmlformats.org/officeDocument/2006/relationships/tags" Target="../tags/tag397.xml"/><Relationship Id="rId10" Type="http://schemas.openxmlformats.org/officeDocument/2006/relationships/oleObject" Target="../embeddings/oleObject33.bin"/><Relationship Id="rId4" Type="http://schemas.openxmlformats.org/officeDocument/2006/relationships/tags" Target="../tags/tag396.xml"/><Relationship Id="rId9" Type="http://schemas.openxmlformats.org/officeDocument/2006/relationships/slideMaster" Target="../slideMasters/slideMaster3.xml"/><Relationship Id="rId14" Type="http://schemas.microsoft.com/office/2007/relationships/hdphoto" Target="../media/hdphoto1.wdp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408.xml"/><Relationship Id="rId13" Type="http://schemas.openxmlformats.org/officeDocument/2006/relationships/image" Target="../media/image9.png"/><Relationship Id="rId3" Type="http://schemas.openxmlformats.org/officeDocument/2006/relationships/tags" Target="../tags/tag403.xml"/><Relationship Id="rId7" Type="http://schemas.openxmlformats.org/officeDocument/2006/relationships/tags" Target="../tags/tag407.xml"/><Relationship Id="rId12" Type="http://schemas.openxmlformats.org/officeDocument/2006/relationships/image" Target="../media/image8.jpeg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11" Type="http://schemas.openxmlformats.org/officeDocument/2006/relationships/image" Target="../media/image5.emf"/><Relationship Id="rId5" Type="http://schemas.openxmlformats.org/officeDocument/2006/relationships/tags" Target="../tags/tag405.xml"/><Relationship Id="rId10" Type="http://schemas.openxmlformats.org/officeDocument/2006/relationships/oleObject" Target="../embeddings/oleObject34.bin"/><Relationship Id="rId4" Type="http://schemas.openxmlformats.org/officeDocument/2006/relationships/tags" Target="../tags/tag404.xml"/><Relationship Id="rId9" Type="http://schemas.openxmlformats.org/officeDocument/2006/relationships/slideMaster" Target="../slideMasters/slideMaster3.xml"/><Relationship Id="rId14" Type="http://schemas.microsoft.com/office/2007/relationships/hdphoto" Target="../media/hdphoto1.wdp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416.xml"/><Relationship Id="rId13" Type="http://schemas.openxmlformats.org/officeDocument/2006/relationships/image" Target="../media/image9.png"/><Relationship Id="rId3" Type="http://schemas.openxmlformats.org/officeDocument/2006/relationships/tags" Target="../tags/tag411.xml"/><Relationship Id="rId7" Type="http://schemas.openxmlformats.org/officeDocument/2006/relationships/tags" Target="../tags/tag415.xml"/><Relationship Id="rId12" Type="http://schemas.openxmlformats.org/officeDocument/2006/relationships/image" Target="../media/image8.jpeg"/><Relationship Id="rId2" Type="http://schemas.openxmlformats.org/officeDocument/2006/relationships/tags" Target="../tags/tag410.xml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11" Type="http://schemas.openxmlformats.org/officeDocument/2006/relationships/image" Target="../media/image1.emf"/><Relationship Id="rId5" Type="http://schemas.openxmlformats.org/officeDocument/2006/relationships/tags" Target="../tags/tag413.xml"/><Relationship Id="rId10" Type="http://schemas.openxmlformats.org/officeDocument/2006/relationships/oleObject" Target="../embeddings/oleObject35.bin"/><Relationship Id="rId4" Type="http://schemas.openxmlformats.org/officeDocument/2006/relationships/tags" Target="../tags/tag412.xml"/><Relationship Id="rId9" Type="http://schemas.openxmlformats.org/officeDocument/2006/relationships/slideMaster" Target="../slideMasters/slideMaster3.xml"/><Relationship Id="rId14" Type="http://schemas.microsoft.com/office/2007/relationships/hdphoto" Target="../media/hdphoto1.wdp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13" Type="http://schemas.microsoft.com/office/2007/relationships/hdphoto" Target="../media/hdphoto1.wdp"/><Relationship Id="rId3" Type="http://schemas.openxmlformats.org/officeDocument/2006/relationships/tags" Target="../tags/tag419.xml"/><Relationship Id="rId7" Type="http://schemas.openxmlformats.org/officeDocument/2006/relationships/tags" Target="../tags/tag423.xml"/><Relationship Id="rId12" Type="http://schemas.openxmlformats.org/officeDocument/2006/relationships/image" Target="../media/image9.png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6" Type="http://schemas.openxmlformats.org/officeDocument/2006/relationships/tags" Target="../tags/tag422.xml"/><Relationship Id="rId11" Type="http://schemas.openxmlformats.org/officeDocument/2006/relationships/image" Target="../media/image8.jpeg"/><Relationship Id="rId5" Type="http://schemas.openxmlformats.org/officeDocument/2006/relationships/tags" Target="../tags/tag421.xml"/><Relationship Id="rId10" Type="http://schemas.openxmlformats.org/officeDocument/2006/relationships/image" Target="../media/image7.emf"/><Relationship Id="rId4" Type="http://schemas.openxmlformats.org/officeDocument/2006/relationships/tags" Target="../tags/tag420.xml"/><Relationship Id="rId9" Type="http://schemas.openxmlformats.org/officeDocument/2006/relationships/oleObject" Target="../embeddings/oleObject36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426.xml"/><Relationship Id="rId7" Type="http://schemas.openxmlformats.org/officeDocument/2006/relationships/image" Target="../media/image7.emf"/><Relationship Id="rId2" Type="http://schemas.openxmlformats.org/officeDocument/2006/relationships/tags" Target="../tags/tag425.xml"/><Relationship Id="rId1" Type="http://schemas.openxmlformats.org/officeDocument/2006/relationships/tags" Target="../tags/tag424.xml"/><Relationship Id="rId6" Type="http://schemas.openxmlformats.org/officeDocument/2006/relationships/oleObject" Target="../embeddings/oleObject37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27.xml"/></Relationships>
</file>

<file path=ppt/slideLayouts/_rels/slideLayout4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13.png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image" Target="../media/image12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38.bin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13" Type="http://schemas.openxmlformats.org/officeDocument/2006/relationships/tags" Target="../tags/tag442.xml"/><Relationship Id="rId3" Type="http://schemas.openxmlformats.org/officeDocument/2006/relationships/tags" Target="../tags/tag432.xml"/><Relationship Id="rId7" Type="http://schemas.openxmlformats.org/officeDocument/2006/relationships/tags" Target="../tags/tag436.xml"/><Relationship Id="rId12" Type="http://schemas.openxmlformats.org/officeDocument/2006/relationships/tags" Target="../tags/tag441.xml"/><Relationship Id="rId2" Type="http://schemas.openxmlformats.org/officeDocument/2006/relationships/tags" Target="../tags/tag431.xml"/><Relationship Id="rId16" Type="http://schemas.openxmlformats.org/officeDocument/2006/relationships/image" Target="../media/image1.emf"/><Relationship Id="rId1" Type="http://schemas.openxmlformats.org/officeDocument/2006/relationships/tags" Target="../tags/tag430.xml"/><Relationship Id="rId6" Type="http://schemas.openxmlformats.org/officeDocument/2006/relationships/tags" Target="../tags/tag435.xml"/><Relationship Id="rId11" Type="http://schemas.openxmlformats.org/officeDocument/2006/relationships/tags" Target="../tags/tag440.xml"/><Relationship Id="rId5" Type="http://schemas.openxmlformats.org/officeDocument/2006/relationships/tags" Target="../tags/tag434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439.xml"/><Relationship Id="rId4" Type="http://schemas.openxmlformats.org/officeDocument/2006/relationships/tags" Target="../tags/tag433.xml"/><Relationship Id="rId9" Type="http://schemas.openxmlformats.org/officeDocument/2006/relationships/tags" Target="../tags/tag438.xml"/><Relationship Id="rId14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450.xml"/><Relationship Id="rId3" Type="http://schemas.openxmlformats.org/officeDocument/2006/relationships/tags" Target="../tags/tag445.xml"/><Relationship Id="rId7" Type="http://schemas.openxmlformats.org/officeDocument/2006/relationships/tags" Target="../tags/tag449.xml"/><Relationship Id="rId12" Type="http://schemas.openxmlformats.org/officeDocument/2006/relationships/image" Target="../media/image14.png"/><Relationship Id="rId2" Type="http://schemas.openxmlformats.org/officeDocument/2006/relationships/tags" Target="../tags/tag444.xml"/><Relationship Id="rId1" Type="http://schemas.openxmlformats.org/officeDocument/2006/relationships/tags" Target="../tags/tag443.xml"/><Relationship Id="rId6" Type="http://schemas.openxmlformats.org/officeDocument/2006/relationships/tags" Target="../tags/tag448.xml"/><Relationship Id="rId11" Type="http://schemas.openxmlformats.org/officeDocument/2006/relationships/image" Target="../media/image1.emf"/><Relationship Id="rId5" Type="http://schemas.openxmlformats.org/officeDocument/2006/relationships/tags" Target="../tags/tag447.xml"/><Relationship Id="rId10" Type="http://schemas.openxmlformats.org/officeDocument/2006/relationships/oleObject" Target="../embeddings/oleObject39.bin"/><Relationship Id="rId4" Type="http://schemas.openxmlformats.org/officeDocument/2006/relationships/tags" Target="../tags/tag446.xml"/><Relationship Id="rId9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479.xml"/><Relationship Id="rId3" Type="http://schemas.openxmlformats.org/officeDocument/2006/relationships/tags" Target="../tags/tag474.xml"/><Relationship Id="rId7" Type="http://schemas.openxmlformats.org/officeDocument/2006/relationships/tags" Target="../tags/tag478.xml"/><Relationship Id="rId12" Type="http://schemas.openxmlformats.org/officeDocument/2006/relationships/image" Target="../media/image2.emf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6" Type="http://schemas.openxmlformats.org/officeDocument/2006/relationships/tags" Target="../tags/tag477.xml"/><Relationship Id="rId11" Type="http://schemas.openxmlformats.org/officeDocument/2006/relationships/oleObject" Target="../embeddings/oleObject40.bin"/><Relationship Id="rId5" Type="http://schemas.openxmlformats.org/officeDocument/2006/relationships/tags" Target="../tags/tag476.xml"/><Relationship Id="rId10" Type="http://schemas.openxmlformats.org/officeDocument/2006/relationships/image" Target="../media/image15.svg"/><Relationship Id="rId4" Type="http://schemas.openxmlformats.org/officeDocument/2006/relationships/tags" Target="../tags/tag475.xml"/><Relationship Id="rId9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482.xml"/><Relationship Id="rId7" Type="http://schemas.openxmlformats.org/officeDocument/2006/relationships/tags" Target="../tags/tag486.xml"/><Relationship Id="rId2" Type="http://schemas.openxmlformats.org/officeDocument/2006/relationships/tags" Target="../tags/tag481.xml"/><Relationship Id="rId1" Type="http://schemas.openxmlformats.org/officeDocument/2006/relationships/tags" Target="../tags/tag480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10" Type="http://schemas.openxmlformats.org/officeDocument/2006/relationships/image" Target="../media/image1.emf"/><Relationship Id="rId4" Type="http://schemas.openxmlformats.org/officeDocument/2006/relationships/tags" Target="../tags/tag483.xml"/><Relationship Id="rId9" Type="http://schemas.openxmlformats.org/officeDocument/2006/relationships/oleObject" Target="../embeddings/oleObject13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489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490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493.xml"/><Relationship Id="rId2" Type="http://schemas.openxmlformats.org/officeDocument/2006/relationships/tags" Target="../tags/tag492.xml"/><Relationship Id="rId1" Type="http://schemas.openxmlformats.org/officeDocument/2006/relationships/tags" Target="../tags/tag49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494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497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496.xml"/><Relationship Id="rId1" Type="http://schemas.openxmlformats.org/officeDocument/2006/relationships/tags" Target="../tags/tag495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9" Type="http://schemas.openxmlformats.org/officeDocument/2006/relationships/image" Target="../media/image4.emf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03.xml"/><Relationship Id="rId7" Type="http://schemas.openxmlformats.org/officeDocument/2006/relationships/tags" Target="../tags/tag507.xml"/><Relationship Id="rId2" Type="http://schemas.openxmlformats.org/officeDocument/2006/relationships/tags" Target="../tags/tag502.xml"/><Relationship Id="rId1" Type="http://schemas.openxmlformats.org/officeDocument/2006/relationships/tags" Target="../tags/tag501.xml"/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10" Type="http://schemas.openxmlformats.org/officeDocument/2006/relationships/image" Target="../media/image4.emf"/><Relationship Id="rId4" Type="http://schemas.openxmlformats.org/officeDocument/2006/relationships/tags" Target="../tags/tag504.xml"/><Relationship Id="rId9" Type="http://schemas.openxmlformats.org/officeDocument/2006/relationships/oleObject" Target="../embeddings/oleObject15.bin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515.xml"/><Relationship Id="rId3" Type="http://schemas.openxmlformats.org/officeDocument/2006/relationships/tags" Target="../tags/tag510.xml"/><Relationship Id="rId7" Type="http://schemas.openxmlformats.org/officeDocument/2006/relationships/tags" Target="../tags/tag514.xml"/><Relationship Id="rId12" Type="http://schemas.openxmlformats.org/officeDocument/2006/relationships/image" Target="../media/image1.emf"/><Relationship Id="rId2" Type="http://schemas.openxmlformats.org/officeDocument/2006/relationships/tags" Target="../tags/tag509.xml"/><Relationship Id="rId1" Type="http://schemas.openxmlformats.org/officeDocument/2006/relationships/tags" Target="../tags/tag508.xml"/><Relationship Id="rId6" Type="http://schemas.openxmlformats.org/officeDocument/2006/relationships/tags" Target="../tags/tag513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512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11.xml"/><Relationship Id="rId9" Type="http://schemas.openxmlformats.org/officeDocument/2006/relationships/tags" Target="../tags/tag516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524.xml"/><Relationship Id="rId3" Type="http://schemas.openxmlformats.org/officeDocument/2006/relationships/tags" Target="../tags/tag519.xml"/><Relationship Id="rId7" Type="http://schemas.openxmlformats.org/officeDocument/2006/relationships/tags" Target="../tags/tag523.xml"/><Relationship Id="rId12" Type="http://schemas.openxmlformats.org/officeDocument/2006/relationships/image" Target="../media/image1.emf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6" Type="http://schemas.openxmlformats.org/officeDocument/2006/relationships/tags" Target="../tags/tag522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521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20.xml"/><Relationship Id="rId9" Type="http://schemas.openxmlformats.org/officeDocument/2006/relationships/tags" Target="../tags/tag525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533.xml"/><Relationship Id="rId3" Type="http://schemas.openxmlformats.org/officeDocument/2006/relationships/tags" Target="../tags/tag528.xml"/><Relationship Id="rId7" Type="http://schemas.openxmlformats.org/officeDocument/2006/relationships/tags" Target="../tags/tag532.xml"/><Relationship Id="rId12" Type="http://schemas.openxmlformats.org/officeDocument/2006/relationships/image" Target="../media/image7.emf"/><Relationship Id="rId2" Type="http://schemas.openxmlformats.org/officeDocument/2006/relationships/tags" Target="../tags/tag527.xml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530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29.xml"/><Relationship Id="rId9" Type="http://schemas.openxmlformats.org/officeDocument/2006/relationships/tags" Target="../tags/tag53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542.xml"/><Relationship Id="rId3" Type="http://schemas.openxmlformats.org/officeDocument/2006/relationships/tags" Target="../tags/tag537.xml"/><Relationship Id="rId7" Type="http://schemas.openxmlformats.org/officeDocument/2006/relationships/tags" Target="../tags/tag541.xml"/><Relationship Id="rId12" Type="http://schemas.openxmlformats.org/officeDocument/2006/relationships/image" Target="../media/image1.emf"/><Relationship Id="rId2" Type="http://schemas.openxmlformats.org/officeDocument/2006/relationships/tags" Target="../tags/tag536.xml"/><Relationship Id="rId1" Type="http://schemas.openxmlformats.org/officeDocument/2006/relationships/tags" Target="../tags/tag535.xml"/><Relationship Id="rId6" Type="http://schemas.openxmlformats.org/officeDocument/2006/relationships/tags" Target="../tags/tag540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539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38.xml"/><Relationship Id="rId9" Type="http://schemas.openxmlformats.org/officeDocument/2006/relationships/tags" Target="../tags/tag543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tags" Target="../tags/tag551.xml"/><Relationship Id="rId3" Type="http://schemas.openxmlformats.org/officeDocument/2006/relationships/tags" Target="../tags/tag546.xml"/><Relationship Id="rId7" Type="http://schemas.openxmlformats.org/officeDocument/2006/relationships/tags" Target="../tags/tag550.xml"/><Relationship Id="rId12" Type="http://schemas.openxmlformats.org/officeDocument/2006/relationships/image" Target="../media/image7.emf"/><Relationship Id="rId2" Type="http://schemas.openxmlformats.org/officeDocument/2006/relationships/tags" Target="../tags/tag545.xml"/><Relationship Id="rId1" Type="http://schemas.openxmlformats.org/officeDocument/2006/relationships/tags" Target="../tags/tag544.xml"/><Relationship Id="rId6" Type="http://schemas.openxmlformats.org/officeDocument/2006/relationships/tags" Target="../tags/tag549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548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47.xml"/><Relationship Id="rId9" Type="http://schemas.openxmlformats.org/officeDocument/2006/relationships/tags" Target="../tags/tag552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560.xml"/><Relationship Id="rId3" Type="http://schemas.openxmlformats.org/officeDocument/2006/relationships/tags" Target="../tags/tag555.xml"/><Relationship Id="rId7" Type="http://schemas.openxmlformats.org/officeDocument/2006/relationships/tags" Target="../tags/tag559.xml"/><Relationship Id="rId12" Type="http://schemas.openxmlformats.org/officeDocument/2006/relationships/image" Target="../media/image7.emf"/><Relationship Id="rId2" Type="http://schemas.openxmlformats.org/officeDocument/2006/relationships/tags" Target="../tags/tag554.xml"/><Relationship Id="rId1" Type="http://schemas.openxmlformats.org/officeDocument/2006/relationships/tags" Target="../tags/tag553.xml"/><Relationship Id="rId6" Type="http://schemas.openxmlformats.org/officeDocument/2006/relationships/tags" Target="../tags/tag558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557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56.xml"/><Relationship Id="rId9" Type="http://schemas.openxmlformats.org/officeDocument/2006/relationships/tags" Target="../tags/tag561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569.xml"/><Relationship Id="rId3" Type="http://schemas.openxmlformats.org/officeDocument/2006/relationships/tags" Target="../tags/tag564.xml"/><Relationship Id="rId7" Type="http://schemas.openxmlformats.org/officeDocument/2006/relationships/tags" Target="../tags/tag568.xml"/><Relationship Id="rId12" Type="http://schemas.openxmlformats.org/officeDocument/2006/relationships/image" Target="../media/image1.emf"/><Relationship Id="rId2" Type="http://schemas.openxmlformats.org/officeDocument/2006/relationships/tags" Target="../tags/tag563.xml"/><Relationship Id="rId1" Type="http://schemas.openxmlformats.org/officeDocument/2006/relationships/tags" Target="../tags/tag562.xml"/><Relationship Id="rId6" Type="http://schemas.openxmlformats.org/officeDocument/2006/relationships/tags" Target="../tags/tag567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566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65.xml"/><Relationship Id="rId9" Type="http://schemas.openxmlformats.org/officeDocument/2006/relationships/tags" Target="../tags/tag570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578.xml"/><Relationship Id="rId3" Type="http://schemas.openxmlformats.org/officeDocument/2006/relationships/tags" Target="../tags/tag573.xml"/><Relationship Id="rId7" Type="http://schemas.openxmlformats.org/officeDocument/2006/relationships/tags" Target="../tags/tag577.xml"/><Relationship Id="rId12" Type="http://schemas.openxmlformats.org/officeDocument/2006/relationships/image" Target="../media/image1.emf"/><Relationship Id="rId2" Type="http://schemas.openxmlformats.org/officeDocument/2006/relationships/tags" Target="../tags/tag572.xml"/><Relationship Id="rId1" Type="http://schemas.openxmlformats.org/officeDocument/2006/relationships/tags" Target="../tags/tag571.xml"/><Relationship Id="rId6" Type="http://schemas.openxmlformats.org/officeDocument/2006/relationships/tags" Target="../tags/tag576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575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74.xml"/><Relationship Id="rId9" Type="http://schemas.openxmlformats.org/officeDocument/2006/relationships/tags" Target="../tags/tag579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tags" Target="../tags/tag580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584.xml"/><Relationship Id="rId4" Type="http://schemas.openxmlformats.org/officeDocument/2006/relationships/tags" Target="../tags/tag58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" Type="http://schemas.openxmlformats.org/officeDocument/2006/relationships/tags" Target="../tags/tag58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58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591.xml"/><Relationship Id="rId7" Type="http://schemas.openxmlformats.org/officeDocument/2006/relationships/image" Target="../media/image16.svg"/><Relationship Id="rId2" Type="http://schemas.openxmlformats.org/officeDocument/2006/relationships/tags" Target="../tags/tag590.xml"/><Relationship Id="rId1" Type="http://schemas.openxmlformats.org/officeDocument/2006/relationships/tags" Target="../tags/tag58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94.xml"/><Relationship Id="rId7" Type="http://schemas.openxmlformats.org/officeDocument/2006/relationships/tags" Target="../tags/tag598.xml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6" Type="http://schemas.openxmlformats.org/officeDocument/2006/relationships/tags" Target="../tags/tag597.xml"/><Relationship Id="rId5" Type="http://schemas.openxmlformats.org/officeDocument/2006/relationships/tags" Target="../tags/tag596.xml"/><Relationship Id="rId10" Type="http://schemas.openxmlformats.org/officeDocument/2006/relationships/image" Target="../media/image1.emf"/><Relationship Id="rId4" Type="http://schemas.openxmlformats.org/officeDocument/2006/relationships/tags" Target="../tags/tag595.xml"/><Relationship Id="rId9" Type="http://schemas.openxmlformats.org/officeDocument/2006/relationships/oleObject" Target="../embeddings/oleObject42.bin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606.xml"/><Relationship Id="rId3" Type="http://schemas.openxmlformats.org/officeDocument/2006/relationships/tags" Target="../tags/tag601.xml"/><Relationship Id="rId7" Type="http://schemas.openxmlformats.org/officeDocument/2006/relationships/tags" Target="../tags/tag605.xml"/><Relationship Id="rId12" Type="http://schemas.openxmlformats.org/officeDocument/2006/relationships/image" Target="../media/image17.svg"/><Relationship Id="rId2" Type="http://schemas.openxmlformats.org/officeDocument/2006/relationships/tags" Target="../tags/tag600.xml"/><Relationship Id="rId1" Type="http://schemas.openxmlformats.org/officeDocument/2006/relationships/tags" Target="../tags/tag599.xml"/><Relationship Id="rId6" Type="http://schemas.openxmlformats.org/officeDocument/2006/relationships/tags" Target="../tags/tag604.xml"/><Relationship Id="rId11" Type="http://schemas.openxmlformats.org/officeDocument/2006/relationships/image" Target="../media/image7.emf"/><Relationship Id="rId5" Type="http://schemas.openxmlformats.org/officeDocument/2006/relationships/tags" Target="../tags/tag603.xml"/><Relationship Id="rId10" Type="http://schemas.openxmlformats.org/officeDocument/2006/relationships/oleObject" Target="../embeddings/oleObject43.bin"/><Relationship Id="rId4" Type="http://schemas.openxmlformats.org/officeDocument/2006/relationships/tags" Target="../tags/tag602.xml"/><Relationship Id="rId9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635.xml"/><Relationship Id="rId13" Type="http://schemas.openxmlformats.org/officeDocument/2006/relationships/image" Target="../media/image2.emf"/><Relationship Id="rId3" Type="http://schemas.openxmlformats.org/officeDocument/2006/relationships/tags" Target="../tags/tag630.xml"/><Relationship Id="rId7" Type="http://schemas.openxmlformats.org/officeDocument/2006/relationships/tags" Target="../tags/tag634.xml"/><Relationship Id="rId12" Type="http://schemas.openxmlformats.org/officeDocument/2006/relationships/oleObject" Target="../embeddings/oleObject45.bin"/><Relationship Id="rId2" Type="http://schemas.openxmlformats.org/officeDocument/2006/relationships/tags" Target="../tags/tag629.xml"/><Relationship Id="rId1" Type="http://schemas.openxmlformats.org/officeDocument/2006/relationships/tags" Target="../tags/tag628.xml"/><Relationship Id="rId6" Type="http://schemas.openxmlformats.org/officeDocument/2006/relationships/tags" Target="../tags/tag633.xml"/><Relationship Id="rId11" Type="http://schemas.openxmlformats.org/officeDocument/2006/relationships/image" Target="../media/image15.svg"/><Relationship Id="rId5" Type="http://schemas.openxmlformats.org/officeDocument/2006/relationships/tags" Target="../tags/tag632.xml"/><Relationship Id="rId10" Type="http://schemas.openxmlformats.org/officeDocument/2006/relationships/image" Target="../media/image18.jpg"/><Relationship Id="rId4" Type="http://schemas.openxmlformats.org/officeDocument/2006/relationships/tags" Target="../tags/tag631.xml"/><Relationship Id="rId9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638.xml"/><Relationship Id="rId7" Type="http://schemas.openxmlformats.org/officeDocument/2006/relationships/tags" Target="../tags/tag642.xml"/><Relationship Id="rId2" Type="http://schemas.openxmlformats.org/officeDocument/2006/relationships/tags" Target="../tags/tag637.xml"/><Relationship Id="rId1" Type="http://schemas.openxmlformats.org/officeDocument/2006/relationships/tags" Target="../tags/tag636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10" Type="http://schemas.openxmlformats.org/officeDocument/2006/relationships/image" Target="../media/image1.emf"/><Relationship Id="rId4" Type="http://schemas.openxmlformats.org/officeDocument/2006/relationships/tags" Target="../tags/tag639.xml"/><Relationship Id="rId9" Type="http://schemas.openxmlformats.org/officeDocument/2006/relationships/oleObject" Target="../embeddings/oleObject46.bin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645.xml"/><Relationship Id="rId7" Type="http://schemas.openxmlformats.org/officeDocument/2006/relationships/oleObject" Target="../embeddings/oleObject47.bin"/><Relationship Id="rId2" Type="http://schemas.openxmlformats.org/officeDocument/2006/relationships/tags" Target="../tags/tag644.xml"/><Relationship Id="rId1" Type="http://schemas.openxmlformats.org/officeDocument/2006/relationships/tags" Target="../tags/tag6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647.xml"/><Relationship Id="rId4" Type="http://schemas.openxmlformats.org/officeDocument/2006/relationships/tags" Target="../tags/tag646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650.xml"/><Relationship Id="rId7" Type="http://schemas.openxmlformats.org/officeDocument/2006/relationships/oleObject" Target="../embeddings/oleObject48.bin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652.xml"/><Relationship Id="rId4" Type="http://schemas.openxmlformats.org/officeDocument/2006/relationships/tags" Target="../tags/tag651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tags" Target="../tags/tag655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654.xml"/><Relationship Id="rId1" Type="http://schemas.openxmlformats.org/officeDocument/2006/relationships/tags" Target="../tags/tag653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9" Type="http://schemas.openxmlformats.org/officeDocument/2006/relationships/image" Target="../media/image4.emf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661.xml"/><Relationship Id="rId7" Type="http://schemas.openxmlformats.org/officeDocument/2006/relationships/tags" Target="../tags/tag665.xml"/><Relationship Id="rId2" Type="http://schemas.openxmlformats.org/officeDocument/2006/relationships/tags" Target="../tags/tag660.xml"/><Relationship Id="rId1" Type="http://schemas.openxmlformats.org/officeDocument/2006/relationships/tags" Target="../tags/tag659.xml"/><Relationship Id="rId6" Type="http://schemas.openxmlformats.org/officeDocument/2006/relationships/tags" Target="../tags/tag664.xml"/><Relationship Id="rId5" Type="http://schemas.openxmlformats.org/officeDocument/2006/relationships/tags" Target="../tags/tag663.xml"/><Relationship Id="rId10" Type="http://schemas.openxmlformats.org/officeDocument/2006/relationships/image" Target="../media/image4.emf"/><Relationship Id="rId4" Type="http://schemas.openxmlformats.org/officeDocument/2006/relationships/tags" Target="../tags/tag662.xml"/><Relationship Id="rId9" Type="http://schemas.openxmlformats.org/officeDocument/2006/relationships/oleObject" Target="../embeddings/oleObject50.bin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673.xml"/><Relationship Id="rId3" Type="http://schemas.openxmlformats.org/officeDocument/2006/relationships/tags" Target="../tags/tag668.xml"/><Relationship Id="rId7" Type="http://schemas.openxmlformats.org/officeDocument/2006/relationships/tags" Target="../tags/tag672.xml"/><Relationship Id="rId12" Type="http://schemas.openxmlformats.org/officeDocument/2006/relationships/image" Target="../media/image1.emf"/><Relationship Id="rId2" Type="http://schemas.openxmlformats.org/officeDocument/2006/relationships/tags" Target="../tags/tag667.xml"/><Relationship Id="rId1" Type="http://schemas.openxmlformats.org/officeDocument/2006/relationships/tags" Target="../tags/tag666.xml"/><Relationship Id="rId6" Type="http://schemas.openxmlformats.org/officeDocument/2006/relationships/tags" Target="../tags/tag671.xml"/><Relationship Id="rId11" Type="http://schemas.openxmlformats.org/officeDocument/2006/relationships/oleObject" Target="../embeddings/oleObject51.bin"/><Relationship Id="rId5" Type="http://schemas.openxmlformats.org/officeDocument/2006/relationships/tags" Target="../tags/tag670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669.xml"/><Relationship Id="rId9" Type="http://schemas.openxmlformats.org/officeDocument/2006/relationships/tags" Target="../tags/tag674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682.xml"/><Relationship Id="rId3" Type="http://schemas.openxmlformats.org/officeDocument/2006/relationships/tags" Target="../tags/tag677.xml"/><Relationship Id="rId7" Type="http://schemas.openxmlformats.org/officeDocument/2006/relationships/tags" Target="../tags/tag681.xml"/><Relationship Id="rId12" Type="http://schemas.openxmlformats.org/officeDocument/2006/relationships/image" Target="../media/image1.emf"/><Relationship Id="rId2" Type="http://schemas.openxmlformats.org/officeDocument/2006/relationships/tags" Target="../tags/tag676.xml"/><Relationship Id="rId1" Type="http://schemas.openxmlformats.org/officeDocument/2006/relationships/tags" Target="../tags/tag675.xml"/><Relationship Id="rId6" Type="http://schemas.openxmlformats.org/officeDocument/2006/relationships/tags" Target="../tags/tag680.xml"/><Relationship Id="rId11" Type="http://schemas.openxmlformats.org/officeDocument/2006/relationships/oleObject" Target="../embeddings/oleObject52.bin"/><Relationship Id="rId5" Type="http://schemas.openxmlformats.org/officeDocument/2006/relationships/tags" Target="../tags/tag679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678.xml"/><Relationship Id="rId9" Type="http://schemas.openxmlformats.org/officeDocument/2006/relationships/tags" Target="../tags/tag683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91.xml"/><Relationship Id="rId3" Type="http://schemas.openxmlformats.org/officeDocument/2006/relationships/tags" Target="../tags/tag686.xml"/><Relationship Id="rId7" Type="http://schemas.openxmlformats.org/officeDocument/2006/relationships/tags" Target="../tags/tag690.xml"/><Relationship Id="rId12" Type="http://schemas.openxmlformats.org/officeDocument/2006/relationships/image" Target="../media/image7.emf"/><Relationship Id="rId2" Type="http://schemas.openxmlformats.org/officeDocument/2006/relationships/tags" Target="../tags/tag685.xml"/><Relationship Id="rId1" Type="http://schemas.openxmlformats.org/officeDocument/2006/relationships/tags" Target="../tags/tag684.xml"/><Relationship Id="rId6" Type="http://schemas.openxmlformats.org/officeDocument/2006/relationships/tags" Target="../tags/tag689.xml"/><Relationship Id="rId11" Type="http://schemas.openxmlformats.org/officeDocument/2006/relationships/oleObject" Target="../embeddings/oleObject53.bin"/><Relationship Id="rId5" Type="http://schemas.openxmlformats.org/officeDocument/2006/relationships/tags" Target="../tags/tag68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687.xml"/><Relationship Id="rId9" Type="http://schemas.openxmlformats.org/officeDocument/2006/relationships/tags" Target="../tags/tag692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0.xml"/><Relationship Id="rId3" Type="http://schemas.openxmlformats.org/officeDocument/2006/relationships/tags" Target="../tags/tag695.xml"/><Relationship Id="rId7" Type="http://schemas.openxmlformats.org/officeDocument/2006/relationships/tags" Target="../tags/tag699.xml"/><Relationship Id="rId12" Type="http://schemas.openxmlformats.org/officeDocument/2006/relationships/image" Target="../media/image1.emf"/><Relationship Id="rId2" Type="http://schemas.openxmlformats.org/officeDocument/2006/relationships/tags" Target="../tags/tag694.xml"/><Relationship Id="rId1" Type="http://schemas.openxmlformats.org/officeDocument/2006/relationships/tags" Target="../tags/tag693.xml"/><Relationship Id="rId6" Type="http://schemas.openxmlformats.org/officeDocument/2006/relationships/tags" Target="../tags/tag698.xml"/><Relationship Id="rId11" Type="http://schemas.openxmlformats.org/officeDocument/2006/relationships/oleObject" Target="../embeddings/oleObject54.bin"/><Relationship Id="rId5" Type="http://schemas.openxmlformats.org/officeDocument/2006/relationships/tags" Target="../tags/tag697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696.xml"/><Relationship Id="rId9" Type="http://schemas.openxmlformats.org/officeDocument/2006/relationships/tags" Target="../tags/tag701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09.xml"/><Relationship Id="rId3" Type="http://schemas.openxmlformats.org/officeDocument/2006/relationships/tags" Target="../tags/tag704.xml"/><Relationship Id="rId7" Type="http://schemas.openxmlformats.org/officeDocument/2006/relationships/tags" Target="../tags/tag708.xml"/><Relationship Id="rId12" Type="http://schemas.openxmlformats.org/officeDocument/2006/relationships/image" Target="../media/image7.emf"/><Relationship Id="rId2" Type="http://schemas.openxmlformats.org/officeDocument/2006/relationships/tags" Target="../tags/tag703.xml"/><Relationship Id="rId1" Type="http://schemas.openxmlformats.org/officeDocument/2006/relationships/tags" Target="../tags/tag702.xml"/><Relationship Id="rId6" Type="http://schemas.openxmlformats.org/officeDocument/2006/relationships/tags" Target="../tags/tag707.xml"/><Relationship Id="rId11" Type="http://schemas.openxmlformats.org/officeDocument/2006/relationships/oleObject" Target="../embeddings/oleObject55.bin"/><Relationship Id="rId5" Type="http://schemas.openxmlformats.org/officeDocument/2006/relationships/tags" Target="../tags/tag706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705.xml"/><Relationship Id="rId9" Type="http://schemas.openxmlformats.org/officeDocument/2006/relationships/tags" Target="../tags/tag710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718.xml"/><Relationship Id="rId3" Type="http://schemas.openxmlformats.org/officeDocument/2006/relationships/tags" Target="../tags/tag713.xml"/><Relationship Id="rId7" Type="http://schemas.openxmlformats.org/officeDocument/2006/relationships/tags" Target="../tags/tag717.xml"/><Relationship Id="rId12" Type="http://schemas.openxmlformats.org/officeDocument/2006/relationships/image" Target="../media/image7.emf"/><Relationship Id="rId2" Type="http://schemas.openxmlformats.org/officeDocument/2006/relationships/tags" Target="../tags/tag712.xml"/><Relationship Id="rId1" Type="http://schemas.openxmlformats.org/officeDocument/2006/relationships/tags" Target="../tags/tag711.xml"/><Relationship Id="rId6" Type="http://schemas.openxmlformats.org/officeDocument/2006/relationships/tags" Target="../tags/tag716.xml"/><Relationship Id="rId11" Type="http://schemas.openxmlformats.org/officeDocument/2006/relationships/oleObject" Target="../embeddings/oleObject56.bin"/><Relationship Id="rId5" Type="http://schemas.openxmlformats.org/officeDocument/2006/relationships/tags" Target="../tags/tag715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714.xml"/><Relationship Id="rId9" Type="http://schemas.openxmlformats.org/officeDocument/2006/relationships/tags" Target="../tags/tag719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727.xml"/><Relationship Id="rId3" Type="http://schemas.openxmlformats.org/officeDocument/2006/relationships/tags" Target="../tags/tag722.xml"/><Relationship Id="rId7" Type="http://schemas.openxmlformats.org/officeDocument/2006/relationships/tags" Target="../tags/tag726.xml"/><Relationship Id="rId12" Type="http://schemas.openxmlformats.org/officeDocument/2006/relationships/image" Target="../media/image1.emf"/><Relationship Id="rId2" Type="http://schemas.openxmlformats.org/officeDocument/2006/relationships/tags" Target="../tags/tag721.xml"/><Relationship Id="rId1" Type="http://schemas.openxmlformats.org/officeDocument/2006/relationships/tags" Target="../tags/tag720.xml"/><Relationship Id="rId6" Type="http://schemas.openxmlformats.org/officeDocument/2006/relationships/tags" Target="../tags/tag725.xml"/><Relationship Id="rId11" Type="http://schemas.openxmlformats.org/officeDocument/2006/relationships/oleObject" Target="../embeddings/oleObject57.bin"/><Relationship Id="rId5" Type="http://schemas.openxmlformats.org/officeDocument/2006/relationships/tags" Target="../tags/tag724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723.xml"/><Relationship Id="rId9" Type="http://schemas.openxmlformats.org/officeDocument/2006/relationships/tags" Target="../tags/tag728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736.xml"/><Relationship Id="rId3" Type="http://schemas.openxmlformats.org/officeDocument/2006/relationships/tags" Target="../tags/tag731.xml"/><Relationship Id="rId7" Type="http://schemas.openxmlformats.org/officeDocument/2006/relationships/tags" Target="../tags/tag735.xml"/><Relationship Id="rId12" Type="http://schemas.openxmlformats.org/officeDocument/2006/relationships/image" Target="../media/image1.emf"/><Relationship Id="rId2" Type="http://schemas.openxmlformats.org/officeDocument/2006/relationships/tags" Target="../tags/tag730.xml"/><Relationship Id="rId1" Type="http://schemas.openxmlformats.org/officeDocument/2006/relationships/tags" Target="../tags/tag729.xml"/><Relationship Id="rId6" Type="http://schemas.openxmlformats.org/officeDocument/2006/relationships/tags" Target="../tags/tag734.xml"/><Relationship Id="rId11" Type="http://schemas.openxmlformats.org/officeDocument/2006/relationships/oleObject" Target="../embeddings/oleObject58.bin"/><Relationship Id="rId5" Type="http://schemas.openxmlformats.org/officeDocument/2006/relationships/tags" Target="../tags/tag733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732.xml"/><Relationship Id="rId9" Type="http://schemas.openxmlformats.org/officeDocument/2006/relationships/tags" Target="../tags/tag737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tags" Target="../tags/tag740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739.xml"/><Relationship Id="rId1" Type="http://schemas.openxmlformats.org/officeDocument/2006/relationships/tags" Target="../tags/tag738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9" Type="http://schemas.openxmlformats.org/officeDocument/2006/relationships/image" Target="../media/image4.emf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746.xml"/><Relationship Id="rId7" Type="http://schemas.openxmlformats.org/officeDocument/2006/relationships/oleObject" Target="../embeddings/oleObject60.bin"/><Relationship Id="rId2" Type="http://schemas.openxmlformats.org/officeDocument/2006/relationships/tags" Target="../tags/tag745.xml"/><Relationship Id="rId1" Type="http://schemas.openxmlformats.org/officeDocument/2006/relationships/tags" Target="../tags/tag744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748.xml"/><Relationship Id="rId4" Type="http://schemas.openxmlformats.org/officeDocument/2006/relationships/tags" Target="../tags/tag747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tags" Target="../tags/tag751.xml"/><Relationship Id="rId7" Type="http://schemas.openxmlformats.org/officeDocument/2006/relationships/image" Target="../media/image19.png"/><Relationship Id="rId2" Type="http://schemas.openxmlformats.org/officeDocument/2006/relationships/tags" Target="../tags/tag750.xml"/><Relationship Id="rId1" Type="http://schemas.openxmlformats.org/officeDocument/2006/relationships/tags" Target="../tags/tag74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1.bin"/><Relationship Id="rId4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754.xml"/><Relationship Id="rId7" Type="http://schemas.openxmlformats.org/officeDocument/2006/relationships/tags" Target="../tags/tag758.xml"/><Relationship Id="rId2" Type="http://schemas.openxmlformats.org/officeDocument/2006/relationships/tags" Target="../tags/tag753.xml"/><Relationship Id="rId1" Type="http://schemas.openxmlformats.org/officeDocument/2006/relationships/tags" Target="../tags/tag752.xml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10" Type="http://schemas.openxmlformats.org/officeDocument/2006/relationships/image" Target="../media/image1.emf"/><Relationship Id="rId4" Type="http://schemas.openxmlformats.org/officeDocument/2006/relationships/tags" Target="../tags/tag755.xml"/><Relationship Id="rId9" Type="http://schemas.openxmlformats.org/officeDocument/2006/relationships/oleObject" Target="../embeddings/oleObject6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320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4" imgH="344" progId="TCLayout.ActiveDocument.1">
                  <p:embed/>
                </p:oleObj>
              </mc:Choice>
              <mc:Fallback>
                <p:oleObj name="think-cell Slide" r:id="rId10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4" name="LogoImage">
            <a:extLst>
              <a:ext uri="{FF2B5EF4-FFF2-40B4-BE49-F238E27FC236}">
                <a16:creationId xmlns:a16="http://schemas.microsoft.com/office/drawing/2014/main" id="{275CA5E5-0CE7-4325-8DA5-DA17C9380A0C}"/>
              </a:ext>
            </a:extLst>
          </p:cNvPr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 bwMode="black">
          <a:xfrm>
            <a:off x="551942" y="481160"/>
            <a:ext cx="1893201" cy="585216"/>
            <a:chOff x="0" y="973"/>
            <a:chExt cx="7680" cy="2374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4114800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Any use of this material without specific permission of McKinsey &amp; Company </a:t>
            </a:r>
            <a:br>
              <a:rPr lang="en-US" sz="800" dirty="0">
                <a:solidFill>
                  <a:schemeClr val="tx1"/>
                </a:solidFill>
                <a:latin typeface="+mn-lt"/>
              </a:rPr>
            </a:br>
            <a:r>
              <a:rPr lang="en-US" sz="800" dirty="0">
                <a:solidFill>
                  <a:schemeClr val="tx1"/>
                </a:solidFill>
                <a:latin typeface="+mn-lt"/>
              </a:rPr>
              <a:t>is strictly prohibited</a:t>
            </a:r>
          </a:p>
        </p:txBody>
      </p:sp>
      <p:pic>
        <p:nvPicPr>
          <p:cNvPr id="7" name="Partnership">
            <a:extLst>
              <a:ext uri="{FF2B5EF4-FFF2-40B4-BE49-F238E27FC236}">
                <a16:creationId xmlns:a16="http://schemas.microsoft.com/office/drawing/2014/main" id="{584C7219-5480-4637-A895-DD70A997B5E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72" imgH="588" progId="TCLayout.ActiveDocument.1">
                  <p:embed/>
                </p:oleObj>
              </mc:Choice>
              <mc:Fallback>
                <p:oleObj name="think-cell Slide" r:id="rId16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13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4"/>
            </p:custDataLst>
          </p:nvPr>
        </p:nvSpPr>
        <p:spPr>
          <a:xfrm>
            <a:off x="8173370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13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BottomLine">
            <a:extLst>
              <a:ext uri="{FF2B5EF4-FFF2-40B4-BE49-F238E27FC236}">
                <a16:creationId xmlns:a16="http://schemas.microsoft.com/office/drawing/2014/main" id="{1A205B6C-F79D-4193-9FCF-230AF1D51716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">
            <a:extLst>
              <a:ext uri="{FF2B5EF4-FFF2-40B4-BE49-F238E27FC236}">
                <a16:creationId xmlns:a16="http://schemas.microsoft.com/office/drawing/2014/main" id="{CB6CF5F8-7994-4E97-9AE6-6C98CE30967C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artnership">
            <a:extLst>
              <a:ext uri="{FF2B5EF4-FFF2-40B4-BE49-F238E27FC236}">
                <a16:creationId xmlns:a16="http://schemas.microsoft.com/office/drawing/2014/main" id="{7C3A32BD-483D-48A2-B0AF-7A522357124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LogoImage">
            <a:extLst>
              <a:ext uri="{FF2B5EF4-FFF2-40B4-BE49-F238E27FC236}">
                <a16:creationId xmlns:a16="http://schemas.microsoft.com/office/drawing/2014/main" id="{CC7EE236-F5C9-45E4-A938-FB794BCDD026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0"/>
            <a:ext cx="1893201" cy="585216"/>
            <a:chOff x="0" y="973"/>
            <a:chExt cx="7680" cy="2374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112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9737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4" imgH="344" progId="TCLayout.ActiveDocument.1">
                  <p:embed/>
                </p:oleObj>
              </mc:Choice>
              <mc:Fallback>
                <p:oleObj name="think-cell Slide" r:id="rId1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6" name="LogoImage">
            <a:extLst>
              <a:ext uri="{FF2B5EF4-FFF2-40B4-BE49-F238E27FC236}">
                <a16:creationId xmlns:a16="http://schemas.microsoft.com/office/drawing/2014/main" id="{417D7FAF-35B8-4173-88FB-739B21C6DEBE}"/>
              </a:ext>
            </a:extLst>
          </p:cNvPr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 bwMode="black">
          <a:xfrm>
            <a:off x="551942" y="481161"/>
            <a:ext cx="1893202" cy="585216"/>
            <a:chOff x="0" y="973"/>
            <a:chExt cx="7680" cy="2374"/>
          </a:xfrm>
        </p:grpSpPr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03DD3F3B-2548-4AA0-A5B1-E54401FEE8F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5CEE8F7-DC61-4907-AA21-C799D61ED2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4114800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Any use of this material without specific permission of McKinsey &amp; Company </a:t>
            </a:r>
            <a:br>
              <a:rPr lang="en-US" sz="800" dirty="0">
                <a:solidFill>
                  <a:schemeClr val="tx1"/>
                </a:solidFill>
                <a:latin typeface="+mn-lt"/>
              </a:rPr>
            </a:br>
            <a:r>
              <a:rPr lang="en-US" sz="800" dirty="0">
                <a:solidFill>
                  <a:schemeClr val="tx1"/>
                </a:solidFill>
                <a:latin typeface="+mn-lt"/>
              </a:rPr>
              <a:t>is strictly prohibited</a:t>
            </a:r>
          </a:p>
        </p:txBody>
      </p:sp>
      <p:pic>
        <p:nvPicPr>
          <p:cNvPr id="5" name="Partnership">
            <a:extLst>
              <a:ext uri="{FF2B5EF4-FFF2-40B4-BE49-F238E27FC236}">
                <a16:creationId xmlns:a16="http://schemas.microsoft.com/office/drawing/2014/main" id="{A8772CBB-049B-42D8-B10E-A3ABB7480ED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92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662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3914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110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3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614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3" name="BottomLineRight">
            <a:extLst>
              <a:ext uri="{FF2B5EF4-FFF2-40B4-BE49-F238E27FC236}">
                <a16:creationId xmlns:a16="http://schemas.microsoft.com/office/drawing/2014/main" id="{2638C600-7B94-46B1-84A4-8C904769428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ottomLineLeft">
            <a:extLst>
              <a:ext uri="{FF2B5EF4-FFF2-40B4-BE49-F238E27FC236}">
                <a16:creationId xmlns:a16="http://schemas.microsoft.com/office/drawing/2014/main" id="{B99699F0-BA7E-4449-B3AE-B5E796EBA187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Right">
            <a:extLst>
              <a:ext uri="{FF2B5EF4-FFF2-40B4-BE49-F238E27FC236}">
                <a16:creationId xmlns:a16="http://schemas.microsoft.com/office/drawing/2014/main" id="{C34BF1E9-D917-4FD9-B9F4-CB69675F1DDF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opLineLeft">
            <a:extLst>
              <a:ext uri="{FF2B5EF4-FFF2-40B4-BE49-F238E27FC236}">
                <a16:creationId xmlns:a16="http://schemas.microsoft.com/office/drawing/2014/main" id="{D35815C2-596B-44C1-B9BE-5474DFE650BA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389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422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>
            <a:cxnSpLocks/>
          </p:cNvCxnSpPr>
          <p:nvPr userDrawn="1">
            <p:custDataLst>
              <p:tags r:id="rId6"/>
            </p:custDataLst>
          </p:nvPr>
        </p:nvCxnSpPr>
        <p:spPr bwMode="black"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>
            <a:cxnSpLocks/>
          </p:cNvCxnSpPr>
          <p:nvPr userDrawn="1">
            <p:custDataLst>
              <p:tags r:id="rId7"/>
            </p:custDataLst>
          </p:nvPr>
        </p:nvCxnSpPr>
        <p:spPr>
          <a:xfrm>
            <a:off x="4672584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>
            <a:cxnSpLocks/>
          </p:cNvCxnSpPr>
          <p:nvPr userDrawn="1">
            <p:custDataLst>
              <p:tags r:id="rId9"/>
            </p:custDataLst>
          </p:nvPr>
        </p:nvCxnSpPr>
        <p:spPr>
          <a:xfrm>
            <a:off x="4672584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790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>
            <a:cxnSpLocks/>
          </p:cNvCxnSpPr>
          <p:nvPr userDrawn="1">
            <p:custDataLst>
              <p:tags r:id="rId6"/>
            </p:custDataLst>
          </p:nvPr>
        </p:nvCxnSpPr>
        <p:spPr bwMode="black"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>
            <a:cxnSpLocks/>
          </p:cNvCxnSpPr>
          <p:nvPr userDrawn="1">
            <p:custDataLst>
              <p:tags r:id="rId7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>
            <a:cxnSpLocks/>
          </p:cNvCxnSpPr>
          <p:nvPr userDrawn="1">
            <p:custDataLst>
              <p:tags r:id="rId9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BottomLine">
            <a:extLst>
              <a:ext uri="{FF2B5EF4-FFF2-40B4-BE49-F238E27FC236}">
                <a16:creationId xmlns:a16="http://schemas.microsoft.com/office/drawing/2014/main" id="{1A205B6C-F79D-4193-9FCF-230AF1D51716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">
            <a:extLst>
              <a:ext uri="{FF2B5EF4-FFF2-40B4-BE49-F238E27FC236}">
                <a16:creationId xmlns:a16="http://schemas.microsoft.com/office/drawing/2014/main" id="{CB6CF5F8-7994-4E97-9AE6-6C98CE30967C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4785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artnership">
            <a:extLst>
              <a:ext uri="{FF2B5EF4-FFF2-40B4-BE49-F238E27FC236}">
                <a16:creationId xmlns:a16="http://schemas.microsoft.com/office/drawing/2014/main" id="{FCA4B8D5-471D-4239-A62C-7BEFF7AC42F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677900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46930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77">
            <a:extLst>
              <a:ext uri="{FF2B5EF4-FFF2-40B4-BE49-F238E27FC236}">
                <a16:creationId xmlns:a16="http://schemas.microsoft.com/office/drawing/2014/main" id="{FBE1523A-32B4-4137-8CA0-54B724C7468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AB6F4D41-1D50-4338-90C4-403B3A47CA94}"/>
              </a:ext>
            </a:extLst>
          </p:cNvPr>
          <p:cNvSpPr/>
          <p:nvPr userDrawn="1"/>
        </p:nvSpPr>
        <p:spPr>
          <a:xfrm>
            <a:off x="0" y="0"/>
            <a:ext cx="8912097" cy="6858000"/>
          </a:xfrm>
          <a:custGeom>
            <a:avLst/>
            <a:gdLst>
              <a:gd name="connsiteX0" fmla="*/ 0 w 8912097"/>
              <a:gd name="connsiteY0" fmla="*/ 0 h 6858000"/>
              <a:gd name="connsiteX1" fmla="*/ 5329174 w 8912097"/>
              <a:gd name="connsiteY1" fmla="*/ 0 h 6858000"/>
              <a:gd name="connsiteX2" fmla="*/ 5788472 w 8912097"/>
              <a:gd name="connsiteY2" fmla="*/ 0 h 6858000"/>
              <a:gd name="connsiteX3" fmla="*/ 8912097 w 8912097"/>
              <a:gd name="connsiteY3" fmla="*/ 0 h 6858000"/>
              <a:gd name="connsiteX4" fmla="*/ 8790300 w 8912097"/>
              <a:gd name="connsiteY4" fmla="*/ 128632 h 6858000"/>
              <a:gd name="connsiteX5" fmla="*/ 6740049 w 8912097"/>
              <a:gd name="connsiteY5" fmla="*/ 6858000 h 6858000"/>
              <a:gd name="connsiteX6" fmla="*/ 5329174 w 8912097"/>
              <a:gd name="connsiteY6" fmla="*/ 6858000 h 6858000"/>
              <a:gd name="connsiteX7" fmla="*/ 0 w 891209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12097" h="6858000">
                <a:moveTo>
                  <a:pt x="0" y="0"/>
                </a:moveTo>
                <a:lnTo>
                  <a:pt x="5329174" y="0"/>
                </a:lnTo>
                <a:lnTo>
                  <a:pt x="5788472" y="0"/>
                </a:lnTo>
                <a:lnTo>
                  <a:pt x="8912097" y="0"/>
                </a:lnTo>
                <a:cubicBezTo>
                  <a:pt x="8870904" y="42358"/>
                  <a:pt x="8830294" y="85232"/>
                  <a:pt x="8790300" y="128632"/>
                </a:cubicBezTo>
                <a:cubicBezTo>
                  <a:pt x="6842931" y="1816440"/>
                  <a:pt x="6089497" y="4453588"/>
                  <a:pt x="6740049" y="6858000"/>
                </a:cubicBezTo>
                <a:lnTo>
                  <a:pt x="53291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Freeform 1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ocumenttype">
            <a:extLst>
              <a:ext uri="{FF2B5EF4-FFF2-40B4-BE49-F238E27FC236}">
                <a16:creationId xmlns:a16="http://schemas.microsoft.com/office/drawing/2014/main" id="{D0D855D1-78D1-4E91-98BF-DE54F2C4833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1372" y="6234569"/>
            <a:ext cx="577700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6B07C1A7-10FE-46EA-8987-D77A88AB4467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372" y="5861966"/>
            <a:ext cx="577700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5A13174-719A-4877-ADBB-08DFB1473E6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371" y="1631836"/>
            <a:ext cx="5777001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4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pic>
        <p:nvPicPr>
          <p:cNvPr id="3" name="Picture 2" descr="A black and green sign with white text&#10;&#10;Description automatically generated">
            <a:extLst>
              <a:ext uri="{FF2B5EF4-FFF2-40B4-BE49-F238E27FC236}">
                <a16:creationId xmlns:a16="http://schemas.microsoft.com/office/drawing/2014/main" id="{464D8DCF-3677-D8D8-79F0-1FFB0ECBA0E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71" y="407987"/>
            <a:ext cx="2770011" cy="998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6064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1989-1C96-A570-82BE-26B50DBC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499E2D-50EB-4797-20E6-0A1FC5E960D5}"/>
              </a:ext>
            </a:extLst>
          </p:cNvPr>
          <p:cNvSpPr/>
          <p:nvPr userDrawn="1"/>
        </p:nvSpPr>
        <p:spPr>
          <a:xfrm>
            <a:off x="0" y="6835139"/>
            <a:ext cx="12192000" cy="45719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dirty="0" err="1"/>
          </a:p>
        </p:txBody>
      </p:sp>
      <p:pic>
        <p:nvPicPr>
          <p:cNvPr id="4" name="Picture 3" descr="A black and green sign with white text&#10;&#10;Description automatically generated">
            <a:extLst>
              <a:ext uri="{FF2B5EF4-FFF2-40B4-BE49-F238E27FC236}">
                <a16:creationId xmlns:a16="http://schemas.microsoft.com/office/drawing/2014/main" id="{34FB159B-F8FE-8928-70F1-EFDF9A647F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525" y="6301479"/>
            <a:ext cx="1206000" cy="434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35492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95049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5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9CA9BD-C540-7FFA-DAE3-C472EC65E028}"/>
              </a:ext>
            </a:extLst>
          </p:cNvPr>
          <p:cNvSpPr/>
          <p:nvPr userDrawn="1"/>
        </p:nvSpPr>
        <p:spPr>
          <a:xfrm>
            <a:off x="0" y="6835139"/>
            <a:ext cx="12192000" cy="45719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7" name="Picture 6" descr="A black and green sign with white text&#10;&#10;Description automatically generated">
            <a:extLst>
              <a:ext uri="{FF2B5EF4-FFF2-40B4-BE49-F238E27FC236}">
                <a16:creationId xmlns:a16="http://schemas.microsoft.com/office/drawing/2014/main" id="{2E620BC8-5820-0E27-C3D0-2ABEEB723E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525" y="6301479"/>
            <a:ext cx="1206000" cy="4347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D0F24F-F147-FBFD-40F5-AB98C4647233}"/>
              </a:ext>
            </a:extLst>
          </p:cNvPr>
          <p:cNvCxnSpPr>
            <a:cxnSpLocks/>
          </p:cNvCxnSpPr>
          <p:nvPr userDrawn="1"/>
        </p:nvCxnSpPr>
        <p:spPr>
          <a:xfrm>
            <a:off x="553211" y="1210885"/>
            <a:ext cx="11084053" cy="0"/>
          </a:xfrm>
          <a:prstGeom prst="line">
            <a:avLst/>
          </a:prstGeom>
          <a:ln w="635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4007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461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6839271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016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9394800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1565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7389123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3915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7369615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211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69EA21-E351-BD46-F7CB-FD80BDC18437}"/>
              </a:ext>
            </a:extLst>
          </p:cNvPr>
          <p:cNvSpPr/>
          <p:nvPr userDrawn="1"/>
        </p:nvSpPr>
        <p:spPr>
          <a:xfrm>
            <a:off x="0" y="6835139"/>
            <a:ext cx="12192000" cy="45719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dirty="0" err="1"/>
          </a:p>
        </p:txBody>
      </p:sp>
      <p:pic>
        <p:nvPicPr>
          <p:cNvPr id="9" name="Picture 8" descr="A black and green sign with white text&#10;&#10;Description automatically generated">
            <a:extLst>
              <a:ext uri="{FF2B5EF4-FFF2-40B4-BE49-F238E27FC236}">
                <a16:creationId xmlns:a16="http://schemas.microsoft.com/office/drawing/2014/main" id="{DB3D3CAD-86AC-88C4-713B-366C8DA21E3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525" y="6301479"/>
            <a:ext cx="1206000" cy="434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19120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61436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40C708-BF3E-443D-B559-6749FFEFF6EA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2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DDBABC60-B4BA-4F7B-BAF6-C409892040C9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01" descr="NUTM Scholars Program">
              <a:extLst>
                <a:ext uri="{FF2B5EF4-FFF2-40B4-BE49-F238E27FC236}">
                  <a16:creationId xmlns:a16="http://schemas.microsoft.com/office/drawing/2014/main" id="{90DB155C-0791-45E5-98FA-F23196487813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89426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0479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5065776" cy="384721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84725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34B2F24-6EFB-41F1-93E9-F186C0102A4F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2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22E1A8EC-2CE9-4079-9A6E-DE5D108ADC89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01" descr="NUTM Scholars Program">
              <a:extLst>
                <a:ext uri="{FF2B5EF4-FFF2-40B4-BE49-F238E27FC236}">
                  <a16:creationId xmlns:a16="http://schemas.microsoft.com/office/drawing/2014/main" id="{B4614AAE-AC4C-4A89-B3C4-209A9974BD4F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12900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7366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84725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C17A9B-83FA-42FE-B5B4-905EF240B1BD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2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610319E7-E43E-4DD0-986A-E114F25B6AC3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01" descr="NUTM Scholars Program">
              <a:extLst>
                <a:ext uri="{FF2B5EF4-FFF2-40B4-BE49-F238E27FC236}">
                  <a16:creationId xmlns:a16="http://schemas.microsoft.com/office/drawing/2014/main" id="{471679CB-F7B0-41F2-AA64-F39CF5191970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688275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9251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7918704" cy="384721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84725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5813D6-5588-4C1A-B482-27124CF1C363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2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FC9D897A-8C3F-4189-A73F-08C9B26CB7AC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01" descr="NUTM Scholars Program">
              <a:extLst>
                <a:ext uri="{FF2B5EF4-FFF2-40B4-BE49-F238E27FC236}">
                  <a16:creationId xmlns:a16="http://schemas.microsoft.com/office/drawing/2014/main" id="{12FDF841-04D3-4FFD-9986-05B614AB5605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238977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3537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5171"/>
            <a:ext cx="11082528" cy="989512"/>
          </a:xfrm>
        </p:spPr>
        <p:txBody>
          <a:bodyPr vert="horz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86F28CA-5205-400A-9648-F7CE499E4D4F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 bwMode="ltGray">
          <a:xfrm>
            <a:off x="554736" y="1229531"/>
            <a:ext cx="11082528" cy="0"/>
          </a:xfrm>
          <a:prstGeom prst="line">
            <a:avLst/>
          </a:prstGeom>
          <a:ln w="6350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70696-A1F0-45CB-8A0C-A2D7BEBA1B3C}"/>
              </a:ext>
            </a:extLst>
          </p:cNvPr>
          <p:cNvSpPr/>
          <p:nvPr userDrawn="1"/>
        </p:nvSpPr>
        <p:spPr bwMode="ltGray">
          <a:xfrm>
            <a:off x="-1523" y="6794344"/>
            <a:ext cx="12190476" cy="63656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AU" sz="1600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9D12D-47F7-49EA-AB97-C9AFCDD57810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3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709B9EA2-4145-44D1-9046-4DB1E7B269F5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01" descr="NUTM Scholars Program">
              <a:extLst>
                <a:ext uri="{FF2B5EF4-FFF2-40B4-BE49-F238E27FC236}">
                  <a16:creationId xmlns:a16="http://schemas.microsoft.com/office/drawing/2014/main" id="{DB7B98B4-FA00-46F3-92CB-F2F83C5094CC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12" cstate="email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92130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012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323508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7312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096AFA6-930A-445F-BAF2-17A4D2CC94CC}"/>
              </a:ext>
            </a:extLst>
          </p:cNvPr>
          <p:cNvGrpSpPr/>
          <p:nvPr userDrawn="1"/>
        </p:nvGrpSpPr>
        <p:grpSpPr>
          <a:xfrm>
            <a:off x="4615549" y="2962598"/>
            <a:ext cx="2942954" cy="932804"/>
            <a:chOff x="10545585" y="6371842"/>
            <a:chExt cx="823347" cy="260970"/>
          </a:xfrm>
        </p:grpSpPr>
        <p:pic>
          <p:nvPicPr>
            <p:cNvPr id="6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B4E184CE-4863-4481-A2CA-2C96750FCFCC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01" descr="NUTM Scholars Program">
              <a:extLst>
                <a:ext uri="{FF2B5EF4-FFF2-40B4-BE49-F238E27FC236}">
                  <a16:creationId xmlns:a16="http://schemas.microsoft.com/office/drawing/2014/main" id="{445243B1-D1B8-4D63-897A-5FFFB1E127CA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166267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9705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13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4799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663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Picture 701" descr="NUTM Scholars Program">
            <a:extLst>
              <a:ext uri="{FF2B5EF4-FFF2-40B4-BE49-F238E27FC236}">
                <a16:creationId xmlns:a16="http://schemas.microsoft.com/office/drawing/2014/main" id="{957890A7-DF05-46F3-B6BE-8779DA7842F5}"/>
              </a:ext>
            </a:extLst>
          </p:cNvPr>
          <p:cNvPicPr>
            <a:picLocks noChangeArrowheads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10545584" y="6372106"/>
            <a:ext cx="828371" cy="26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281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rtnership">
            <a:extLst>
              <a:ext uri="{FF2B5EF4-FFF2-40B4-BE49-F238E27FC236}">
                <a16:creationId xmlns:a16="http://schemas.microsoft.com/office/drawing/2014/main" id="{573FFD73-B664-4212-BA7C-F58C142C7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177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bg2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bg2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  <p:grpSp>
        <p:nvGrpSpPr>
          <p:cNvPr id="15" name="LogoImage">
            <a:extLst>
              <a:ext uri="{FF2B5EF4-FFF2-40B4-BE49-F238E27FC236}">
                <a16:creationId xmlns:a16="http://schemas.microsoft.com/office/drawing/2014/main" id="{657C9020-71CE-4C46-8286-CAD770D30438}"/>
              </a:ext>
            </a:extLst>
          </p:cNvPr>
          <p:cNvGrpSpPr>
            <a:grpSpLocks noChangeAspect="1"/>
          </p:cNvGrpSpPr>
          <p:nvPr userDrawn="1">
            <p:custDataLst>
              <p:tags r:id="rId8"/>
            </p:custDataLst>
          </p:nvPr>
        </p:nvGrpSpPr>
        <p:grpSpPr bwMode="black">
          <a:xfrm>
            <a:off x="551942" y="481160"/>
            <a:ext cx="1893201" cy="585216"/>
            <a:chOff x="0" y="973"/>
            <a:chExt cx="7680" cy="2374"/>
          </a:xfrm>
        </p:grpSpPr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18C5411C-B733-4FC2-B54B-97CC9110FB3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235BC5D-3606-4088-9816-3D2A8D32422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590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26118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541600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086257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410781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67936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92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6426364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662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188277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3914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975128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110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670593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614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2133949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389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381444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422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78662230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790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5544056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5103479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86913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pic>
        <p:nvPicPr>
          <p:cNvPr id="3" name="Partnership">
            <a:extLst>
              <a:ext uri="{FF2B5EF4-FFF2-40B4-BE49-F238E27FC236}">
                <a16:creationId xmlns:a16="http://schemas.microsoft.com/office/drawing/2014/main" id="{50962D09-1CE6-4134-DF07-C36C76D23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479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6620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77851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256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6DD87D5-4D99-49A6-B267-ED0D5F5DED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73718" y="6399360"/>
            <a:ext cx="911178" cy="2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8041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87261" y="6560196"/>
            <a:ext cx="284012" cy="157014"/>
          </a:xfrm>
        </p:spPr>
        <p:txBody>
          <a:bodyPr lIns="0" tIns="0" rIns="0" bIns="0"/>
          <a:lstStyle>
            <a:lvl1pPr>
              <a:defRPr sz="1020"/>
            </a:lvl1pPr>
          </a:lstStyle>
          <a:p>
            <a:fld id="{5DED9DE5-9E06-4A97-A657-6031E80C60CE}" type="slidenum">
              <a:rPr lang="en-AU" smtClean="0"/>
              <a:pPr/>
              <a:t>‹#›</a:t>
            </a:fld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61947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dient">
            <a:extLst>
              <a:ext uri="{FF2B5EF4-FFF2-40B4-BE49-F238E27FC236}">
                <a16:creationId xmlns:a16="http://schemas.microsoft.com/office/drawing/2014/main" id="{2CED5379-49ED-4DA6-B1FB-C07EAF0C4EC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artnership">
            <a:extLst>
              <a:ext uri="{FF2B5EF4-FFF2-40B4-BE49-F238E27FC236}">
                <a16:creationId xmlns:a16="http://schemas.microsoft.com/office/drawing/2014/main" id="{899D3771-9F58-4044-9B55-E04A34703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6007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4" imgH="344" progId="TCLayout.ActiveDocument.1">
                  <p:embed/>
                </p:oleObj>
              </mc:Choice>
              <mc:Fallback>
                <p:oleObj name="think-cell Slide" r:id="rId12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4" name="logoimage">
            <a:extLst>
              <a:ext uri="{FF2B5EF4-FFF2-40B4-BE49-F238E27FC236}">
                <a16:creationId xmlns:a16="http://schemas.microsoft.com/office/drawing/2014/main" id="{A60EE402-1CA2-4923-8659-6AA16907EEC4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51942" y="481161"/>
            <a:ext cx="1893202" cy="585216"/>
            <a:chOff x="551942" y="481161"/>
            <a:chExt cx="1893202" cy="585216"/>
          </a:xfrm>
        </p:grpSpPr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03DD3F3B-2548-4AA0-A5B1-E54401FEE8F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5CEE8F7-DC61-4907-AA21-C799D61ED2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 rtl="0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 rtl="0"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rtl="0"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4114800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rtl="0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rtl="0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Any use of this material without specific permission of McKinsey &amp; Company </a:t>
            </a:r>
            <a:br>
              <a:rPr lang="en-US" sz="800" dirty="0">
                <a:solidFill>
                  <a:schemeClr val="tx1"/>
                </a:solidFill>
                <a:latin typeface="+mn-lt"/>
              </a:rPr>
            </a:br>
            <a:r>
              <a:rPr lang="en-US" sz="800" dirty="0">
                <a:solidFill>
                  <a:schemeClr val="tx1"/>
                </a:solidFill>
                <a:latin typeface="+mn-lt"/>
              </a:rPr>
              <a:t>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3754593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7003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4609066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9AF8CEA-5963-4360-B189-A5C541A62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436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9AF8CEA-5963-4360-B189-A5C541A62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779324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3FB4375-13A3-41C5-8BA0-0B1BB7C24B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846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3FB4375-13A3-41C5-8BA0-0B1BB7C24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052944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2174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39879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0898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 rtl="0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2957080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78237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 rtl="0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2104750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6750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 rtl="0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1760388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5175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748251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2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8371513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996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3221179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91886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305569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9604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761429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7629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3697838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E1C2130-1E0E-4BE0-9F71-0CB32B2711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4164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E1C2130-1E0E-4BE0-9F71-0CB32B2711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5171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6498454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AB72F7D-2AEE-4168-8FF3-C5EF5C71BB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1068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AB72F7D-2AEE-4168-8FF3-C5EF5C71BB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46513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7826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artnership">
            <a:extLst>
              <a:ext uri="{FF2B5EF4-FFF2-40B4-BE49-F238E27FC236}">
                <a16:creationId xmlns:a16="http://schemas.microsoft.com/office/drawing/2014/main" id="{FCA4B8D5-471D-4239-A62C-7BEFF7AC42F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74305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7156704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375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oleObject" Target="../embeddings/oleObject1.bin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tags" Target="../tags/tag2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tags" Target="../tags/tag23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49.xml"/><Relationship Id="rId39" Type="http://schemas.openxmlformats.org/officeDocument/2006/relationships/tags" Target="../tags/tag162.xml"/><Relationship Id="rId21" Type="http://schemas.openxmlformats.org/officeDocument/2006/relationships/tags" Target="../tags/tag144.xml"/><Relationship Id="rId34" Type="http://schemas.openxmlformats.org/officeDocument/2006/relationships/tags" Target="../tags/tag157.xml"/><Relationship Id="rId42" Type="http://schemas.openxmlformats.org/officeDocument/2006/relationships/oleObject" Target="../embeddings/oleObject11.bin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43.xml"/><Relationship Id="rId29" Type="http://schemas.openxmlformats.org/officeDocument/2006/relationships/tags" Target="../tags/tag152.xml"/><Relationship Id="rId41" Type="http://schemas.openxmlformats.org/officeDocument/2006/relationships/tags" Target="../tags/tag16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47.xml"/><Relationship Id="rId32" Type="http://schemas.openxmlformats.org/officeDocument/2006/relationships/tags" Target="../tags/tag155.xml"/><Relationship Id="rId37" Type="http://schemas.openxmlformats.org/officeDocument/2006/relationships/tags" Target="../tags/tag160.xml"/><Relationship Id="rId40" Type="http://schemas.openxmlformats.org/officeDocument/2006/relationships/tags" Target="../tags/tag163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46.xml"/><Relationship Id="rId28" Type="http://schemas.openxmlformats.org/officeDocument/2006/relationships/tags" Target="../tags/tag151.xml"/><Relationship Id="rId36" Type="http://schemas.openxmlformats.org/officeDocument/2006/relationships/tags" Target="../tags/tag159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42.xml"/><Relationship Id="rId31" Type="http://schemas.openxmlformats.org/officeDocument/2006/relationships/tags" Target="../tags/tag15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45.xml"/><Relationship Id="rId27" Type="http://schemas.openxmlformats.org/officeDocument/2006/relationships/tags" Target="../tags/tag150.xml"/><Relationship Id="rId30" Type="http://schemas.openxmlformats.org/officeDocument/2006/relationships/tags" Target="../tags/tag153.xml"/><Relationship Id="rId35" Type="http://schemas.openxmlformats.org/officeDocument/2006/relationships/tags" Target="../tags/tag158.xml"/><Relationship Id="rId43" Type="http://schemas.openxmlformats.org/officeDocument/2006/relationships/image" Target="../media/image2.emf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48.xml"/><Relationship Id="rId33" Type="http://schemas.openxmlformats.org/officeDocument/2006/relationships/tags" Target="../tags/tag156.xml"/><Relationship Id="rId38" Type="http://schemas.openxmlformats.org/officeDocument/2006/relationships/tags" Target="../tags/tag16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26" Type="http://schemas.openxmlformats.org/officeDocument/2006/relationships/tags" Target="../tags/tag326.xml"/><Relationship Id="rId39" Type="http://schemas.openxmlformats.org/officeDocument/2006/relationships/tags" Target="../tags/tag339.xml"/><Relationship Id="rId21" Type="http://schemas.openxmlformats.org/officeDocument/2006/relationships/tags" Target="../tags/tag321.xml"/><Relationship Id="rId34" Type="http://schemas.openxmlformats.org/officeDocument/2006/relationships/tags" Target="../tags/tag334.xml"/><Relationship Id="rId42" Type="http://schemas.openxmlformats.org/officeDocument/2006/relationships/image" Target="../media/image8.jpeg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tags" Target="../tags/tag320.xml"/><Relationship Id="rId29" Type="http://schemas.openxmlformats.org/officeDocument/2006/relationships/tags" Target="../tags/tag3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ags" Target="../tags/tag324.xml"/><Relationship Id="rId32" Type="http://schemas.openxmlformats.org/officeDocument/2006/relationships/tags" Target="../tags/tag332.xml"/><Relationship Id="rId37" Type="http://schemas.openxmlformats.org/officeDocument/2006/relationships/tags" Target="../tags/tag337.xml"/><Relationship Id="rId40" Type="http://schemas.openxmlformats.org/officeDocument/2006/relationships/oleObject" Target="../embeddings/oleObject24.bin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tags" Target="../tags/tag323.xml"/><Relationship Id="rId28" Type="http://schemas.openxmlformats.org/officeDocument/2006/relationships/tags" Target="../tags/tag328.xml"/><Relationship Id="rId36" Type="http://schemas.openxmlformats.org/officeDocument/2006/relationships/tags" Target="../tags/tag336.xml"/><Relationship Id="rId10" Type="http://schemas.openxmlformats.org/officeDocument/2006/relationships/slideLayout" Target="../slideLayouts/slideLayout41.xml"/><Relationship Id="rId19" Type="http://schemas.openxmlformats.org/officeDocument/2006/relationships/tags" Target="../tags/tag319.xml"/><Relationship Id="rId31" Type="http://schemas.openxmlformats.org/officeDocument/2006/relationships/tags" Target="../tags/tag3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tags" Target="../tags/tag322.xml"/><Relationship Id="rId27" Type="http://schemas.openxmlformats.org/officeDocument/2006/relationships/tags" Target="../tags/tag327.xml"/><Relationship Id="rId30" Type="http://schemas.openxmlformats.org/officeDocument/2006/relationships/tags" Target="../tags/tag330.xml"/><Relationship Id="rId35" Type="http://schemas.openxmlformats.org/officeDocument/2006/relationships/tags" Target="../tags/tag335.xml"/><Relationship Id="rId43" Type="http://schemas.openxmlformats.org/officeDocument/2006/relationships/image" Target="../media/image9.png"/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tags" Target="../tags/tag325.xml"/><Relationship Id="rId33" Type="http://schemas.openxmlformats.org/officeDocument/2006/relationships/tags" Target="../tags/tag333.xml"/><Relationship Id="rId38" Type="http://schemas.openxmlformats.org/officeDocument/2006/relationships/tags" Target="../tags/tag33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tags" Target="../tags/tag455.xml"/><Relationship Id="rId39" Type="http://schemas.openxmlformats.org/officeDocument/2006/relationships/tags" Target="../tags/tag468.xml"/><Relationship Id="rId21" Type="http://schemas.openxmlformats.org/officeDocument/2006/relationships/theme" Target="../theme/theme4.xml"/><Relationship Id="rId34" Type="http://schemas.openxmlformats.org/officeDocument/2006/relationships/tags" Target="../tags/tag463.xml"/><Relationship Id="rId42" Type="http://schemas.openxmlformats.org/officeDocument/2006/relationships/tags" Target="../tags/tag47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tags" Target="../tags/tag458.xml"/><Relationship Id="rId41" Type="http://schemas.openxmlformats.org/officeDocument/2006/relationships/tags" Target="../tags/tag47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tags" Target="../tags/tag453.xml"/><Relationship Id="rId32" Type="http://schemas.openxmlformats.org/officeDocument/2006/relationships/tags" Target="../tags/tag461.xml"/><Relationship Id="rId37" Type="http://schemas.openxmlformats.org/officeDocument/2006/relationships/tags" Target="../tags/tag466.xml"/><Relationship Id="rId40" Type="http://schemas.openxmlformats.org/officeDocument/2006/relationships/tags" Target="../tags/tag46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tags" Target="../tags/tag452.xml"/><Relationship Id="rId28" Type="http://schemas.openxmlformats.org/officeDocument/2006/relationships/tags" Target="../tags/tag457.xml"/><Relationship Id="rId36" Type="http://schemas.openxmlformats.org/officeDocument/2006/relationships/tags" Target="../tags/tag465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ags" Target="../tags/tag460.xml"/><Relationship Id="rId44" Type="http://schemas.openxmlformats.org/officeDocument/2006/relationships/image" Target="../media/image2.emf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tags" Target="../tags/tag451.xml"/><Relationship Id="rId27" Type="http://schemas.openxmlformats.org/officeDocument/2006/relationships/tags" Target="../tags/tag456.xml"/><Relationship Id="rId30" Type="http://schemas.openxmlformats.org/officeDocument/2006/relationships/tags" Target="../tags/tag459.xml"/><Relationship Id="rId35" Type="http://schemas.openxmlformats.org/officeDocument/2006/relationships/tags" Target="../tags/tag464.xml"/><Relationship Id="rId43" Type="http://schemas.openxmlformats.org/officeDocument/2006/relationships/oleObject" Target="../embeddings/oleObject11.bin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tags" Target="../tags/tag454.xml"/><Relationship Id="rId33" Type="http://schemas.openxmlformats.org/officeDocument/2006/relationships/tags" Target="../tags/tag462.xml"/><Relationship Id="rId38" Type="http://schemas.openxmlformats.org/officeDocument/2006/relationships/tags" Target="../tags/tag467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tags" Target="../tags/tag613.xml"/><Relationship Id="rId39" Type="http://schemas.openxmlformats.org/officeDocument/2006/relationships/tags" Target="../tags/tag626.xml"/><Relationship Id="rId21" Type="http://schemas.openxmlformats.org/officeDocument/2006/relationships/tags" Target="../tags/tag608.xml"/><Relationship Id="rId34" Type="http://schemas.openxmlformats.org/officeDocument/2006/relationships/tags" Target="../tags/tag621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tags" Target="../tags/tag607.xml"/><Relationship Id="rId29" Type="http://schemas.openxmlformats.org/officeDocument/2006/relationships/tags" Target="../tags/tag616.xml"/><Relationship Id="rId41" Type="http://schemas.openxmlformats.org/officeDocument/2006/relationships/oleObject" Target="../embeddings/oleObject44.bin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ags" Target="../tags/tag611.xml"/><Relationship Id="rId32" Type="http://schemas.openxmlformats.org/officeDocument/2006/relationships/tags" Target="../tags/tag619.xml"/><Relationship Id="rId37" Type="http://schemas.openxmlformats.org/officeDocument/2006/relationships/tags" Target="../tags/tag624.xml"/><Relationship Id="rId40" Type="http://schemas.openxmlformats.org/officeDocument/2006/relationships/tags" Target="../tags/tag627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tags" Target="../tags/tag610.xml"/><Relationship Id="rId28" Type="http://schemas.openxmlformats.org/officeDocument/2006/relationships/tags" Target="../tags/tag615.xml"/><Relationship Id="rId36" Type="http://schemas.openxmlformats.org/officeDocument/2006/relationships/tags" Target="../tags/tag623.xml"/><Relationship Id="rId10" Type="http://schemas.openxmlformats.org/officeDocument/2006/relationships/slideLayout" Target="../slideLayouts/slideLayout78.xml"/><Relationship Id="rId19" Type="http://schemas.openxmlformats.org/officeDocument/2006/relationships/theme" Target="../theme/theme5.xml"/><Relationship Id="rId31" Type="http://schemas.openxmlformats.org/officeDocument/2006/relationships/tags" Target="../tags/tag61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tags" Target="../tags/tag609.xml"/><Relationship Id="rId27" Type="http://schemas.openxmlformats.org/officeDocument/2006/relationships/tags" Target="../tags/tag614.xml"/><Relationship Id="rId30" Type="http://schemas.openxmlformats.org/officeDocument/2006/relationships/tags" Target="../tags/tag617.xml"/><Relationship Id="rId35" Type="http://schemas.openxmlformats.org/officeDocument/2006/relationships/tags" Target="../tags/tag622.xml"/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tags" Target="../tags/tag612.xml"/><Relationship Id="rId33" Type="http://schemas.openxmlformats.org/officeDocument/2006/relationships/tags" Target="../tags/tag620.xml"/><Relationship Id="rId38" Type="http://schemas.openxmlformats.org/officeDocument/2006/relationships/tags" Target="../tags/tag6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797259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413" imgH="416" progId="TCLayout.ActiveDocument.1">
                  <p:embed/>
                </p:oleObj>
              </mc:Choice>
              <mc:Fallback>
                <p:oleObj name="think-cell Slide" r:id="rId3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840404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44" imgH="344" progId="TCLayout.ActiveDocument.1">
                  <p:embed/>
                </p:oleObj>
              </mc:Choice>
              <mc:Fallback>
                <p:oleObj name="think-cell Slide" r:id="rId42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5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78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632677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22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49574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6003925" y="2170800"/>
            <a:ext cx="2437655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0">
                <a:solidFill>
                  <a:schemeClr val="accent1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b="1" dirty="0">
                <a:solidFill>
                  <a:schemeClr val="tx1"/>
                </a:solidFill>
              </a:rPr>
              <a:t>Above Chart Exhibit Title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 flipH="1">
            <a:off x="554736" y="2170800"/>
            <a:ext cx="3715757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0" name="TopLine">
            <a:extLst>
              <a:ext uri="{FF2B5EF4-FFF2-40B4-BE49-F238E27FC236}">
                <a16:creationId xmlns:a16="http://schemas.microsoft.com/office/drawing/2014/main" id="{39006B01-5791-493A-9EF7-5D8A6BF5095F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 bwMode="ltGray">
          <a:xfrm>
            <a:off x="554736" y="1181906"/>
            <a:ext cx="11082528" cy="0"/>
          </a:xfrm>
          <a:prstGeom prst="line">
            <a:avLst/>
          </a:prstGeom>
          <a:ln w="6350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90B67D0-D207-4C09-A4B5-B96FF8916DF1}"/>
              </a:ext>
            </a:extLst>
          </p:cNvPr>
          <p:cNvSpPr/>
          <p:nvPr userDrawn="1"/>
        </p:nvSpPr>
        <p:spPr bwMode="ltGray">
          <a:xfrm>
            <a:off x="-1523" y="6794344"/>
            <a:ext cx="12190476" cy="63656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AU" sz="1600" dirty="0">
              <a:solidFill>
                <a:schemeClr val="bg1"/>
              </a:solidFill>
            </a:endParaRP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C2430579-918D-4834-BA87-C08A61B96133}"/>
              </a:ext>
            </a:extLst>
          </p:cNvPr>
          <p:cNvGrpSpPr/>
          <p:nvPr userDrawn="1"/>
        </p:nvGrpSpPr>
        <p:grpSpPr>
          <a:xfrm>
            <a:off x="10317304" y="3304485"/>
            <a:ext cx="1319960" cy="958286"/>
            <a:chOff x="10162879" y="3243772"/>
            <a:chExt cx="1319960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CE1C614C-0D3A-455E-8482-934113572673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B41F91AD-940F-4FC2-AD89-91232557FBD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92876CAA-FEA4-460E-B838-F24CE20D466A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722D0CBA-BABA-4A7C-BF62-4D2152A0C0F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E5B01416-F906-4707-8CA7-0241E94812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10B61DC3-2DD3-46C9-9278-923698DC11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30800938-A929-4274-8978-CAC25DC5AA75}"/>
              </a:ext>
            </a:extLst>
          </p:cNvPr>
          <p:cNvGrpSpPr/>
          <p:nvPr userDrawn="1"/>
        </p:nvGrpSpPr>
        <p:grpSpPr>
          <a:xfrm>
            <a:off x="10688315" y="1326348"/>
            <a:ext cx="948949" cy="1731859"/>
            <a:chOff x="7723680" y="1702457"/>
            <a:chExt cx="948949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1C9EDF37-D3AA-4092-AAC8-B9177411DE64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1D4E7B27-26DB-441B-B5BF-DB3960803F67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38C6589C-AA45-4EEC-9F8C-7E65CF466822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75690D07-CD09-4445-969F-C7EC066DDF57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4F9CEB04-268E-46E7-8D78-BF9E9378BA90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47ED24D0-9E24-48AB-BC8B-76AE532545C3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F3D9D610-AC9B-42BF-9965-CD393686363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DCD782AE-F68D-4814-9225-E8BB367A81E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F4749603-78C6-4B3D-875B-CF2B40264158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58228598-9D94-478C-A9B3-D1F4AAC54D13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E80FF653-5DBE-4F26-8690-404369629280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C1938E46-E4C8-444A-9261-1589E16E4D5F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D9373FBF-CA87-4639-82D8-932A852A4045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B89E1565-A628-4798-8778-8ABC0E5631CC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5041D272-8547-4F69-AB06-61FC04AAEA9E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27212F3F-E03C-46D1-9FA4-0EB7F8CD5D4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888F24BC-2003-47C3-8C22-2263A4F6D739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CD01211D-6E30-489A-9F2E-2F8656CCB671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E7A988BB-54DB-407F-A276-AB4D19B5600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3D2EE453-12C8-4721-A1DD-4EAB050EE45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1921415B-A10D-428D-B920-8F723F5FE396}"/>
              </a:ext>
            </a:extLst>
          </p:cNvPr>
          <p:cNvGrpSpPr/>
          <p:nvPr userDrawn="1"/>
        </p:nvGrpSpPr>
        <p:grpSpPr>
          <a:xfrm>
            <a:off x="10714801" y="4509049"/>
            <a:ext cx="922463" cy="1717282"/>
            <a:chOff x="10652400" y="4322824"/>
            <a:chExt cx="922463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1C690B02-6192-42D2-8952-75EF14BAEF16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E9C0310B-2A40-4700-9CEE-E1A1EDCAFE99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4442C0B4-B95B-4EE4-98B9-2041AF41029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18005A20-ACEB-400F-A823-0F3F0F2B5F2B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D7C8E1F8-24DD-4B62-A918-E123662193DE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CEF24398-8CD0-47BF-BF47-BBD20B82121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CBE56D52-FC68-4328-AC93-7885E559BA43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07F1EDD6-2AF8-4D63-8381-932C6981C93E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6F2C331A-97E2-42E7-B0FF-A55E643A8C37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15317385-B652-4E2E-931A-F427C178814E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1E2B7DF-B445-4A9A-828E-1780B5079E9E}"/>
              </a:ext>
            </a:extLst>
          </p:cNvPr>
          <p:cNvGrpSpPr/>
          <p:nvPr userDrawn="1"/>
        </p:nvGrpSpPr>
        <p:grpSpPr>
          <a:xfrm>
            <a:off x="10545585" y="6371842"/>
            <a:ext cx="823347" cy="260970"/>
            <a:chOff x="10545585" y="6371842"/>
            <a:chExt cx="823347" cy="260970"/>
          </a:xfrm>
        </p:grpSpPr>
        <p:pic>
          <p:nvPicPr>
            <p:cNvPr id="152" name="Picture 716" descr="NUTM Scholars Program at Nigerian University of Technology and Management  (NUTM) | Movemeback initiatives - Africa">
              <a:extLst>
                <a:ext uri="{FF2B5EF4-FFF2-40B4-BE49-F238E27FC236}">
                  <a16:creationId xmlns:a16="http://schemas.microsoft.com/office/drawing/2014/main" id="{E8E83FD1-A8DC-4E0A-9A63-1FC0FC0A2165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4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545585" y="6372106"/>
              <a:ext cx="265290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" name="Picture 701" descr="NUTM Scholars Program">
              <a:extLst>
                <a:ext uri="{FF2B5EF4-FFF2-40B4-BE49-F238E27FC236}">
                  <a16:creationId xmlns:a16="http://schemas.microsoft.com/office/drawing/2014/main" id="{664BBD1B-EFB7-4936-923E-F52173FCA498}"/>
                </a:ext>
              </a:extLst>
            </p:cNvPr>
            <p:cNvPicPr>
              <a:picLocks noChangeArrowheads="1"/>
            </p:cNvPicPr>
            <p:nvPr userDrawn="1"/>
          </p:nvPicPr>
          <p:blipFill rotWithShape="1">
            <a:blip r:embed="rId43" cstate="email">
              <a:extLst>
                <a:ext uri="{BEBA8EAE-BF5A-486C-A8C5-ECC9F3942E4B}">
                  <a14:imgProps xmlns:a14="http://schemas.microsoft.com/office/drawing/2010/main">
                    <a14:imgLayer r:embed="rId44">
                      <a14:imgEffect>
                        <a14:brightnessContrast bright="-85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ltGray">
            <a:xfrm>
              <a:off x="10830716" y="6371842"/>
              <a:ext cx="538216" cy="26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3775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64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6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40404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344" imgH="344" progId="TCLayout.ActiveDocument.1">
                  <p:embed/>
                </p:oleObj>
              </mc:Choice>
              <mc:Fallback>
                <p:oleObj name="think-cell Slide" r:id="rId4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6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983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  <p:sldLayoutId id="2147483936" r:id="rId18"/>
    <p:sldLayoutId id="2147483937" r:id="rId19"/>
    <p:sldLayoutId id="2147483938" r:id="rId20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724733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44" imgH="344" progId="TCLayout.ActiveDocument.1">
                  <p:embed/>
                </p:oleObj>
              </mc:Choice>
              <mc:Fallback>
                <p:oleObj name="think-cell Slide" r:id="rId4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</a:t>
            </a:r>
            <a:r>
              <a:rPr lang="en-US" dirty="0" err="1"/>
              <a:t>toedit</a:t>
            </a:r>
            <a:r>
              <a:rPr lang="en-US" dirty="0"/>
              <a:t> Master titleβstyle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4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 rtl="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91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61.xml"/><Relationship Id="rId7" Type="http://schemas.openxmlformats.org/officeDocument/2006/relationships/image" Target="../media/image4.emf"/><Relationship Id="rId2" Type="http://schemas.openxmlformats.org/officeDocument/2006/relationships/tags" Target="../tags/tag760.xml"/><Relationship Id="rId1" Type="http://schemas.openxmlformats.org/officeDocument/2006/relationships/tags" Target="../tags/tag759.xml"/><Relationship Id="rId6" Type="http://schemas.openxmlformats.org/officeDocument/2006/relationships/oleObject" Target="../embeddings/oleObject63.bin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76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765.xml"/><Relationship Id="rId7" Type="http://schemas.openxmlformats.org/officeDocument/2006/relationships/image" Target="../media/image4.emf"/><Relationship Id="rId2" Type="http://schemas.openxmlformats.org/officeDocument/2006/relationships/tags" Target="../tags/tag764.xml"/><Relationship Id="rId1" Type="http://schemas.openxmlformats.org/officeDocument/2006/relationships/tags" Target="../tags/tag763.xml"/><Relationship Id="rId6" Type="http://schemas.openxmlformats.org/officeDocument/2006/relationships/oleObject" Target="../embeddings/oleObject64.bin"/><Relationship Id="rId5" Type="http://schemas.openxmlformats.org/officeDocument/2006/relationships/slideLayout" Target="../slideLayouts/slideLayout33.xml"/><Relationship Id="rId4" Type="http://schemas.openxmlformats.org/officeDocument/2006/relationships/tags" Target="../tags/tag766.xml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767.xml"/><Relationship Id="rId5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oleObject" Target="../embeddings/oleObject65.bin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slideLayout" Target="../slideLayouts/slideLayout39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tags" Target="../tags/tag768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2.emf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769.xml"/><Relationship Id="rId5" Type="http://schemas.openxmlformats.org/officeDocument/2006/relationships/image" Target="../media/image42.png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770.xml"/><Relationship Id="rId5" Type="http://schemas.openxmlformats.org/officeDocument/2006/relationships/image" Target="../media/image43.png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771.xml"/><Relationship Id="rId6" Type="http://schemas.openxmlformats.org/officeDocument/2006/relationships/image" Target="../media/image25.png"/><Relationship Id="rId11" Type="http://schemas.openxmlformats.org/officeDocument/2006/relationships/image" Target="../media/image59.png"/><Relationship Id="rId5" Type="http://schemas.openxmlformats.org/officeDocument/2006/relationships/image" Target="../media/image22.emf"/><Relationship Id="rId10" Type="http://schemas.openxmlformats.org/officeDocument/2006/relationships/image" Target="../media/image31.png"/><Relationship Id="rId4" Type="http://schemas.openxmlformats.org/officeDocument/2006/relationships/oleObject" Target="../embeddings/oleObject65.bin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74.xml"/><Relationship Id="rId7" Type="http://schemas.openxmlformats.org/officeDocument/2006/relationships/image" Target="../media/image4.emf"/><Relationship Id="rId2" Type="http://schemas.openxmlformats.org/officeDocument/2006/relationships/tags" Target="../tags/tag773.xml"/><Relationship Id="rId1" Type="http://schemas.openxmlformats.org/officeDocument/2006/relationships/tags" Target="../tags/tag772.xml"/><Relationship Id="rId6" Type="http://schemas.openxmlformats.org/officeDocument/2006/relationships/oleObject" Target="../embeddings/oleObject66.bin"/><Relationship Id="rId5" Type="http://schemas.openxmlformats.org/officeDocument/2006/relationships/slideLayout" Target="../slideLayouts/slideLayout36.xml"/><Relationship Id="rId4" Type="http://schemas.openxmlformats.org/officeDocument/2006/relationships/tags" Target="../tags/tag7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3DE5818-9FAF-76CF-3ED6-6CF83F8207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7354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3DE5818-9FAF-76CF-3ED6-6CF83F8207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cumenttype">
            <a:extLst>
              <a:ext uri="{FF2B5EF4-FFF2-40B4-BE49-F238E27FC236}">
                <a16:creationId xmlns:a16="http://schemas.microsoft.com/office/drawing/2014/main" id="{1C84243E-37E2-3DE2-97DA-B3B32DEEC07A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31477" y="6126847"/>
            <a:ext cx="5773897" cy="215444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13</a:t>
            </a:r>
            <a:r>
              <a:rPr lang="en-US" sz="1800" b="1" baseline="30000" dirty="0"/>
              <a:t>th</a:t>
            </a:r>
            <a:r>
              <a:rPr lang="en-US" sz="1800" b="1" dirty="0"/>
              <a:t> October, 2026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96A719A-81B8-6030-5D8B-9F143B69808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45295" y="2443970"/>
            <a:ext cx="5946262" cy="1477328"/>
          </a:xfrm>
        </p:spPr>
        <p:txBody>
          <a:bodyPr vert="horz" wrap="square">
            <a:spAutoFit/>
          </a:bodyPr>
          <a:lstStyle/>
          <a:p>
            <a:r>
              <a:rPr lang="en-US" sz="3200" dirty="0"/>
              <a:t>PEACE AND CONFLICT RESOLUTION</a:t>
            </a:r>
            <a:br>
              <a:rPr lang="en-US" sz="3200" dirty="0"/>
            </a:br>
            <a:r>
              <a:rPr lang="en-US" sz="3200" dirty="0"/>
              <a:t>(GST 312)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FC6EE03C-9717-2D7C-F5A3-5D1192AD631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477" y="4972685"/>
            <a:ext cx="5946263" cy="73866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1" kern="1200" spc="0" baseline="0" dirty="0">
                <a:ln w="6350" cap="flat">
                  <a:noFill/>
                  <a:miter lim="800000"/>
                </a:ln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Facilitator:</a:t>
            </a:r>
          </a:p>
          <a:p>
            <a:r>
              <a:rPr lang="en-US" sz="2400" b="0" dirty="0"/>
              <a:t>Mr. Ikechukwu Alamezie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888E7-BA85-D56B-7EBA-1F4692AA65F5}"/>
              </a:ext>
            </a:extLst>
          </p:cNvPr>
          <p:cNvSpPr txBox="1"/>
          <p:nvPr/>
        </p:nvSpPr>
        <p:spPr>
          <a:xfrm>
            <a:off x="8972961" y="418387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E7C77-8AF2-59A7-AB28-77543926579B}"/>
              </a:ext>
            </a:extLst>
          </p:cNvPr>
          <p:cNvSpPr txBox="1"/>
          <p:nvPr/>
        </p:nvSpPr>
        <p:spPr>
          <a:xfrm>
            <a:off x="9325429" y="37011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979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9" hidden="1">
            <a:extLst>
              <a:ext uri="{FF2B5EF4-FFF2-40B4-BE49-F238E27FC236}">
                <a16:creationId xmlns:a16="http://schemas.microsoft.com/office/drawing/2014/main" id="{177F63F0-BC1A-170D-F2B5-CB81D4DA54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1347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6" name="Object 9" hidden="1">
                        <a:extLst>
                          <a:ext uri="{FF2B5EF4-FFF2-40B4-BE49-F238E27FC236}">
                            <a16:creationId xmlns:a16="http://schemas.microsoft.com/office/drawing/2014/main" id="{177F63F0-BC1A-170D-F2B5-CB81D4DA5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094A78-79E6-36F2-4D84-8574BE4F2B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6" y="3176"/>
            <a:ext cx="6500257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4ACA07-D6BB-091E-A158-D45A9974409F}"/>
              </a:ext>
            </a:extLst>
          </p:cNvPr>
          <p:cNvSpPr/>
          <p:nvPr/>
        </p:nvSpPr>
        <p:spPr>
          <a:xfrm>
            <a:off x="4241264" y="1789886"/>
            <a:ext cx="7554916" cy="4347815"/>
          </a:xfrm>
          <a:prstGeom prst="rect">
            <a:avLst/>
          </a:prstGeom>
          <a:solidFill>
            <a:schemeClr val="bg1">
              <a:lumMod val="95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331775D-C766-A921-1414-911DC79C478F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830354" y="2078477"/>
            <a:ext cx="5965825" cy="333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t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altLang="en-US" sz="24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CustomIcon">
            <a:extLst>
              <a:ext uri="{FF2B5EF4-FFF2-40B4-BE49-F238E27FC236}">
                <a16:creationId xmlns:a16="http://schemas.microsoft.com/office/drawing/2014/main" id="{9D8F3122-BA80-6D96-B7DE-E82374723E7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422135" y="1279981"/>
            <a:ext cx="1019810" cy="1019810"/>
            <a:chOff x="-205105" y="-205105"/>
            <a:chExt cx="1019810" cy="1019810"/>
          </a:xfrm>
          <a:solidFill>
            <a:schemeClr val="tx2">
              <a:lumMod val="75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D5E9522-B011-0A72-9055-AD623820D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BC85ED3-885D-739D-722F-F535E48C2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3DE8786-9311-405B-1408-28BC603EEB27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507571" y="2716210"/>
            <a:ext cx="2768541" cy="71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en-US" sz="4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Preliminaries</a:t>
            </a:r>
          </a:p>
        </p:txBody>
      </p:sp>
    </p:spTree>
    <p:extLst>
      <p:ext uri="{BB962C8B-B14F-4D97-AF65-F5344CB8AC3E}">
        <p14:creationId xmlns:p14="http://schemas.microsoft.com/office/powerpoint/2010/main" val="91731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29ADE-8181-F52A-05E1-AADCA96E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0E74864-D062-9CEF-8D4A-41F46A545C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F557F9-0C95-84BA-9E46-A83ED9AB6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BCFA4C-F4F8-214A-0498-AF519EC3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17" y="1347083"/>
            <a:ext cx="2514600" cy="769441"/>
          </a:xfrm>
        </p:spPr>
        <p:txBody>
          <a:bodyPr vert="horz"/>
          <a:lstStyle/>
          <a:p>
            <a:pPr algn="ctr"/>
            <a:r>
              <a:rPr lang="en-US" sz="3200" dirty="0"/>
              <a:t>What is this course about?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50BCE-4730-A5AE-CB15-497881682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74997-8846-4C23-096D-AB8C9D149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05DFE-CF8D-F24F-B482-22A87FA029F5}"/>
              </a:ext>
            </a:extLst>
          </p:cNvPr>
          <p:cNvSpPr txBox="1"/>
          <p:nvPr/>
        </p:nvSpPr>
        <p:spPr>
          <a:xfrm>
            <a:off x="3782590" y="6381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sz="2000" dirty="0"/>
              <a:t>The course is an introduction to: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basic ideas on the concept of peace, conflict and security.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The major types/forms, theories &amp; root causes of conflict and violence.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The difference between conflict and terrorism.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The basic elements of peace studies and conflict resolution.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Security and peacebuilding strategies.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</a:rPr>
              <a:t>The roles of international organizations, media, and traditional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Institutions in peacebuilding.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DD293C-DAC5-06AB-182C-9E596C25D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34" y="2536466"/>
            <a:ext cx="3075166" cy="3534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0383AB-D597-E264-4D27-CC74FD8CEFD2}"/>
              </a:ext>
            </a:extLst>
          </p:cNvPr>
          <p:cNvSpPr txBox="1"/>
          <p:nvPr/>
        </p:nvSpPr>
        <p:spPr>
          <a:xfrm>
            <a:off x="12416971" y="389708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337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AB58-87BE-76F5-A809-76955097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7BD6FF5-117F-9011-4B63-BDF6DDBEE4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E74864-D062-9CEF-8D4A-41F46A545C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3CA7C7-2723-9E92-3890-4C32F178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17" y="1347083"/>
            <a:ext cx="2514600" cy="769441"/>
          </a:xfrm>
          <a:effectLst/>
        </p:spPr>
        <p:txBody>
          <a:bodyPr vert="horz"/>
          <a:lstStyle/>
          <a:p>
            <a:pPr algn="ctr"/>
            <a:r>
              <a:rPr lang="en-US" sz="3200" dirty="0"/>
              <a:t>What will we learn?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0088B-2D31-0BCC-CF2A-B39F749D6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99116-42E3-DC21-B60F-A0FB49F06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5CFBD-9B6D-34BD-C253-410FE6F10DA4}"/>
              </a:ext>
            </a:extLst>
          </p:cNvPr>
          <p:cNvSpPr txBox="1"/>
          <p:nvPr/>
        </p:nvSpPr>
        <p:spPr>
          <a:xfrm>
            <a:off x="3782590" y="6381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B436A6-4356-D78A-12DA-6C29E8943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178" y="2116524"/>
            <a:ext cx="3528391" cy="4356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ED494B-EB34-0906-FF38-992C3427CA3D}"/>
              </a:ext>
            </a:extLst>
          </p:cNvPr>
          <p:cNvSpPr txBox="1"/>
          <p:nvPr/>
        </p:nvSpPr>
        <p:spPr>
          <a:xfrm>
            <a:off x="3782590" y="536808"/>
            <a:ext cx="6161314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0" i="0" dirty="0">
                <a:latin typeface="Aptos"/>
              </a:rPr>
              <a:t>By the end of this session, you should be able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F73233-A6A7-9813-F5D6-104E13FAF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612" y="1002092"/>
            <a:ext cx="5249111" cy="13229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2FE8AB-C112-5838-997E-1A2A3F001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678" y="2486721"/>
            <a:ext cx="5249111" cy="13229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ED451-A4B1-211C-1757-CA0959849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580" y="3936643"/>
            <a:ext cx="5249111" cy="13229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F4FBA9-EBB7-A8B9-47B3-1D43CEA06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590" y="5390250"/>
            <a:ext cx="5249111" cy="13229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4530A3-0E30-0B56-51B0-786FEEA17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8580" y="1254720"/>
            <a:ext cx="743776" cy="7437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91B774-712D-8712-4B37-886DE2B42E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1255" y="1421610"/>
            <a:ext cx="658425" cy="3535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D55D467-F166-59D9-DFCA-E0CAA616F7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246" y="1192074"/>
            <a:ext cx="3901778" cy="4816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70DA99-DA7D-722E-4950-19C96C0890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0535" y="1551893"/>
            <a:ext cx="4274068" cy="6269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BE4D54-E1B6-741A-063F-C7E8F468DC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441" y="2788890"/>
            <a:ext cx="743776" cy="7437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0EDB6A5-336B-35FF-5ECA-D5A37DF794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2590" y="2971394"/>
            <a:ext cx="658425" cy="3535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F80CCA1-8305-D0F5-B76E-4F1A1B8249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1057" y="2832045"/>
            <a:ext cx="3901778" cy="48162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F6E9A0-74EB-3773-D665-8AC0761989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7619" y="3209520"/>
            <a:ext cx="4762330" cy="6985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8DDD455-02A7-57E3-1E54-30A8C17993E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0398" y="4205367"/>
            <a:ext cx="743776" cy="7437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63AC46E-7C38-C28A-123D-0A1E66E6A5E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73073" y="4397407"/>
            <a:ext cx="658425" cy="35969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6F22B03-4FCF-98AA-C056-3E85D4C4B3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1498" y="4110394"/>
            <a:ext cx="3901778" cy="48772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EEC93B4-1AFA-7BFA-5E48-563CAE50CA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3344" y="4440267"/>
            <a:ext cx="5067993" cy="74341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BFE7BDE-8036-7F03-3100-86CE2582086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95732" y="5679835"/>
            <a:ext cx="743776" cy="74377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D4E152-2265-244E-F214-99F0A373F84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38407" y="5871875"/>
            <a:ext cx="658425" cy="3596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8011F12-0E7C-B2A1-2188-F4212D86DC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0723" y="5628014"/>
            <a:ext cx="3901778" cy="48772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4BD03AB-32ED-CC0E-3F2D-5E8A44BEA85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96832" y="5977041"/>
            <a:ext cx="4334869" cy="73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9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6299-D997-9169-C343-4FDF1FC0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EE3656F-B875-AD1A-1B6B-7BA202F00A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BD6FF5-117F-9011-4B63-BDF6DDBEE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F9E5DB-F4D4-2D9D-1D29-279777C49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17" y="1641281"/>
            <a:ext cx="2514600" cy="769441"/>
          </a:xfrm>
          <a:effectLst/>
        </p:spPr>
        <p:txBody>
          <a:bodyPr vert="horz"/>
          <a:lstStyle/>
          <a:p>
            <a:pPr algn="ctr"/>
            <a:r>
              <a:rPr lang="en-US" sz="3200" dirty="0"/>
              <a:t>Modalities for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742B1-4361-507C-4B53-0CEC72B95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1391D-6A10-C8D8-3998-08855FCA21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FF015-FFDA-CDA1-84BE-ADC4030F4FD2}"/>
              </a:ext>
            </a:extLst>
          </p:cNvPr>
          <p:cNvSpPr txBox="1"/>
          <p:nvPr/>
        </p:nvSpPr>
        <p:spPr>
          <a:xfrm>
            <a:off x="3782590" y="6381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r>
              <a:rPr lang="en-US" sz="2400" dirty="0"/>
              <a:t>There will be continuous assessment (CA) and a final </a:t>
            </a:r>
          </a:p>
          <a:p>
            <a:r>
              <a:rPr lang="en-US" sz="2400" dirty="0"/>
              <a:t>examination.</a:t>
            </a:r>
          </a:p>
          <a:p>
            <a:endParaRPr lang="en-US" sz="2400" dirty="0"/>
          </a:p>
          <a:p>
            <a:r>
              <a:rPr lang="en-US" sz="2400" b="1" dirty="0"/>
              <a:t>The breakdown of scores is as follows:</a:t>
            </a:r>
          </a:p>
          <a:p>
            <a:r>
              <a:rPr lang="en-US" sz="2400" dirty="0"/>
              <a:t>30% - Continuous assessment</a:t>
            </a:r>
          </a:p>
          <a:p>
            <a:r>
              <a:rPr lang="en-US" sz="2400" dirty="0"/>
              <a:t>65% - Exam</a:t>
            </a:r>
          </a:p>
          <a:p>
            <a:r>
              <a:rPr lang="en-US" sz="2400" dirty="0"/>
              <a:t>5% - Class participation</a:t>
            </a:r>
          </a:p>
          <a:p>
            <a:r>
              <a:rPr lang="en-US" sz="2400" dirty="0"/>
              <a:t>Evidence of independent thinking and research is considered</a:t>
            </a:r>
          </a:p>
          <a:p>
            <a:r>
              <a:rPr lang="en-US" sz="2400" dirty="0"/>
              <a:t> in the assessments.</a:t>
            </a:r>
          </a:p>
          <a:p>
            <a:endParaRPr lang="en-US" sz="2400" b="1" dirty="0"/>
          </a:p>
          <a:p>
            <a:r>
              <a:rPr lang="en-US" sz="2400" b="1" dirty="0"/>
              <a:t>Modality for Continuous Assessment: </a:t>
            </a:r>
          </a:p>
          <a:p>
            <a:r>
              <a:rPr lang="en-US" sz="2400" dirty="0"/>
              <a:t>CA1 15%  Class test</a:t>
            </a:r>
          </a:p>
          <a:p>
            <a:r>
              <a:rPr lang="en-US" sz="2400" dirty="0"/>
              <a:t>CA2 15%  Group work </a:t>
            </a:r>
          </a:p>
          <a:p>
            <a:pPr>
              <a:lnSpc>
                <a:spcPts val="4200"/>
              </a:lnSpc>
            </a:pPr>
            <a:endParaRPr lang="en-US" sz="1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2B8F21-EB85-1555-D324-80691B01E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2" y="2615978"/>
            <a:ext cx="3219525" cy="346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2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62E1-F290-B13A-4113-9D543248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DC909A0-C3B2-15FF-9585-F9656E914B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E3656F-B875-AD1A-1B6B-7BA202F00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CAD251-15F5-B44B-6888-EA911E37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17" y="1641281"/>
            <a:ext cx="2514600" cy="769441"/>
          </a:xfrm>
          <a:effectLst/>
        </p:spPr>
        <p:txBody>
          <a:bodyPr vert="horz"/>
          <a:lstStyle/>
          <a:p>
            <a:pPr algn="ctr"/>
            <a:r>
              <a:rPr lang="en-US" sz="3200" dirty="0"/>
              <a:t>Course 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BDB66-AC31-3953-1D48-1EF081365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5F81F-64D4-3CCA-C487-FB39DF12A6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67578-C814-6120-5790-9157D2FF1D6A}"/>
              </a:ext>
            </a:extLst>
          </p:cNvPr>
          <p:cNvSpPr txBox="1"/>
          <p:nvPr/>
        </p:nvSpPr>
        <p:spPr>
          <a:xfrm>
            <a:off x="3782590" y="6381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Introduction to peace, conflict and security.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Types and theories of conflict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Root causes of conflict and violence in Africa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Case studies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Peace-building and conflict management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Elements of peace studies and conflict resolution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Peace mediation and peace keeping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Agents of conflict resolution/ ADR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Roles of International Organizations in conflict</a:t>
            </a:r>
          </a:p>
          <a:p>
            <a:r>
              <a:rPr lang="en-US" sz="2600" dirty="0"/>
              <a:t>      resolution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Media and traditional institutions in peace building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600" dirty="0"/>
              <a:t>Managing post-conflict situation/crises </a:t>
            </a:r>
            <a:endParaRPr lang="en-US" sz="2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8E354B-6D2D-A705-7EE9-D1B9E7E48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5943" y="779735"/>
            <a:ext cx="3583198" cy="43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5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7E86-E484-7993-CD36-D6D5E68B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728B-AAE1-7D8C-2501-3A454611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5491F-E9AF-8FD7-0718-F0BCA986D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7775A-F25E-4447-C4A0-D85427FED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8E5685-F496-30F5-E522-292CAE9CC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069" y="-622846"/>
            <a:ext cx="12408016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2CD8D5-F704-2B69-7B73-DB455D7327CC}"/>
              </a:ext>
            </a:extLst>
          </p:cNvPr>
          <p:cNvSpPr txBox="1"/>
          <p:nvPr/>
        </p:nvSpPr>
        <p:spPr>
          <a:xfrm>
            <a:off x="-21535" y="5393818"/>
            <a:ext cx="12364947" cy="1505779"/>
          </a:xfrm>
          <a:prstGeom prst="rect">
            <a:avLst/>
          </a:prstGeom>
          <a:solidFill>
            <a:srgbClr val="00B050"/>
          </a:solidFill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6719"/>
              </a:lnSpc>
            </a:pPr>
            <a:r>
              <a:rPr lang="en-US" sz="4800" dirty="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		Let’s get down to business</a:t>
            </a:r>
          </a:p>
        </p:txBody>
      </p:sp>
    </p:spTree>
    <p:extLst>
      <p:ext uri="{BB962C8B-B14F-4D97-AF65-F5344CB8AC3E}">
        <p14:creationId xmlns:p14="http://schemas.microsoft.com/office/powerpoint/2010/main" val="260060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14D1-2F20-AB13-35BC-61C13728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356928"/>
            <a:ext cx="11370563" cy="769441"/>
          </a:xfrm>
        </p:spPr>
        <p:txBody>
          <a:bodyPr/>
          <a:lstStyle/>
          <a:p>
            <a:pPr algn="ctr"/>
            <a:r>
              <a:rPr lang="en-US" dirty="0"/>
              <a:t>Peace Studies was born in North America in the 1950s and Norway in 1960s.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C1B89-080E-4F6D-A785-AE987083F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8FAD4-322C-67F2-B752-7FDC58DFD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B0A7B-F45F-7805-ABF3-F3C864F5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99" y="304800"/>
            <a:ext cx="4572001" cy="946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10C3CC-292A-1988-3BC3-83981A44188C}"/>
              </a:ext>
            </a:extLst>
          </p:cNvPr>
          <p:cNvSpPr txBox="1"/>
          <p:nvPr/>
        </p:nvSpPr>
        <p:spPr>
          <a:xfrm>
            <a:off x="2063750" y="4559300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74A38-55C0-D60D-FBB7-FF5D43F35A17}"/>
              </a:ext>
            </a:extLst>
          </p:cNvPr>
          <p:cNvSpPr/>
          <p:nvPr/>
        </p:nvSpPr>
        <p:spPr>
          <a:xfrm>
            <a:off x="298450" y="5364514"/>
            <a:ext cx="1171575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cap="none" spc="0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Mission: To contribute to promoting a world where the fundamental human rights of all human beings beyond ethnic, cultural and religious lines are respected and protected. Participatory decision-making process is secured and widely practiced, and basic needs of all are equally satisfied.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D4EB7B-BEA5-F90E-D1A3-27D6F11FC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2" y="2057400"/>
            <a:ext cx="2162175" cy="285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98B294-4B69-EC37-1363-08D8A64BC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499" y="1946275"/>
            <a:ext cx="2324100" cy="3028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99A58D-6AC6-901C-7F5E-91C23E1CD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939" y="1884081"/>
            <a:ext cx="2047459" cy="30683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A44161-52D7-AD77-A03D-04F7AFA17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6601" y="1990780"/>
            <a:ext cx="2381399" cy="29901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809027-B2F9-A2C1-4259-74134D7FE8A2}"/>
              </a:ext>
            </a:extLst>
          </p:cNvPr>
          <p:cNvSpPr txBox="1"/>
          <p:nvPr/>
        </p:nvSpPr>
        <p:spPr>
          <a:xfrm>
            <a:off x="894556" y="5016500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Kenneth Boulding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2CBFA-D12E-F036-2CEB-B12C40D52E43}"/>
              </a:ext>
            </a:extLst>
          </p:cNvPr>
          <p:cNvSpPr txBox="1"/>
          <p:nvPr/>
        </p:nvSpPr>
        <p:spPr>
          <a:xfrm>
            <a:off x="3538981" y="5058875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Anatol Rapoport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4FD52-5F66-C926-423C-7E97B19759CF}"/>
              </a:ext>
            </a:extLst>
          </p:cNvPr>
          <p:cNvSpPr txBox="1"/>
          <p:nvPr/>
        </p:nvSpPr>
        <p:spPr>
          <a:xfrm>
            <a:off x="7319390" y="5043872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Herbert </a:t>
            </a:r>
            <a:r>
              <a:rPr lang="en-US" sz="1600" dirty="0" err="1"/>
              <a:t>kelman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7D4E6-5C44-EC3C-D868-C733EED5FB3D}"/>
              </a:ext>
            </a:extLst>
          </p:cNvPr>
          <p:cNvSpPr txBox="1"/>
          <p:nvPr/>
        </p:nvSpPr>
        <p:spPr>
          <a:xfrm>
            <a:off x="9988550" y="5058875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Johan Galtung</a:t>
            </a:r>
          </a:p>
        </p:txBody>
      </p:sp>
    </p:spTree>
    <p:extLst>
      <p:ext uri="{BB962C8B-B14F-4D97-AF65-F5344CB8AC3E}">
        <p14:creationId xmlns:p14="http://schemas.microsoft.com/office/powerpoint/2010/main" val="3026483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6FEB2-4ADD-70A0-5B45-B308E73E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C0C5-FDF0-8323-6759-A793B412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10" y="544254"/>
            <a:ext cx="11082528" cy="615553"/>
          </a:xfrm>
        </p:spPr>
        <p:txBody>
          <a:bodyPr/>
          <a:lstStyle/>
          <a:p>
            <a:r>
              <a:rPr lang="en-US" sz="4000" dirty="0"/>
              <a:t>What is Peace?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6DD2B-F36B-E26D-8569-0D24DC06F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9EA42-EB16-65D6-3FE0-F885D401A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406" y="925754"/>
            <a:ext cx="4174435" cy="59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A9E8A-4AA4-1FD3-CA16-33A7EE4E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52D4-1DBE-F714-B7BC-932175D3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012" y="291544"/>
            <a:ext cx="6785312" cy="492443"/>
          </a:xfrm>
        </p:spPr>
        <p:txBody>
          <a:bodyPr/>
          <a:lstStyle/>
          <a:p>
            <a:r>
              <a:rPr lang="en-US" sz="3200" i="1" dirty="0">
                <a:solidFill>
                  <a:srgbClr val="FF0000"/>
                </a:solidFill>
              </a:rPr>
              <a:t>Some perspectives?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0FB93-746A-F668-6F7F-61E528A41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762" y="821746"/>
            <a:ext cx="11904238" cy="369332"/>
          </a:xfrm>
        </p:spPr>
        <p:txBody>
          <a:bodyPr/>
          <a:lstStyle/>
          <a:p>
            <a:r>
              <a:rPr lang="en-US" sz="2400" dirty="0"/>
              <a:t>Many disciplines have provided different approaches to the phenomenon of peace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32487-8CB2-C8ED-1E7B-8CB957D16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FB319-96C0-77CE-47F5-4644CAD83233}"/>
              </a:ext>
            </a:extLst>
          </p:cNvPr>
          <p:cNvSpPr txBox="1"/>
          <p:nvPr/>
        </p:nvSpPr>
        <p:spPr>
          <a:xfrm>
            <a:off x="6279045" y="2981739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33370-900B-DEE8-28B7-F253152CD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69122"/>
              </p:ext>
            </p:extLst>
          </p:nvPr>
        </p:nvGraphicFramePr>
        <p:xfrm>
          <a:off x="554735" y="1509116"/>
          <a:ext cx="10866746" cy="4389120"/>
        </p:xfrm>
        <a:graphic>
          <a:graphicData uri="http://schemas.openxmlformats.org/drawingml/2006/table">
            <a:tbl>
              <a:tblPr firstRow="1" lastRow="1" bandRow="1">
                <a:tableStyleId>{E269D01E-BC32-4049-B463-5C60D7B0CCD2}</a:tableStyleId>
              </a:tblPr>
              <a:tblGrid>
                <a:gridCol w="2710979">
                  <a:extLst>
                    <a:ext uri="{9D8B030D-6E8A-4147-A177-3AD203B41FA5}">
                      <a16:colId xmlns:a16="http://schemas.microsoft.com/office/drawing/2014/main" val="1525497864"/>
                    </a:ext>
                  </a:extLst>
                </a:gridCol>
                <a:gridCol w="8155767">
                  <a:extLst>
                    <a:ext uri="{9D8B030D-6E8A-4147-A177-3AD203B41FA5}">
                      <a16:colId xmlns:a16="http://schemas.microsoft.com/office/drawing/2014/main" val="4151258096"/>
                    </a:ext>
                  </a:extLst>
                </a:gridCol>
              </a:tblGrid>
              <a:tr h="5322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Human Rights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Peace is a relative condition of security friendly climate that allows individuals and group relations to progressive order and stability (</a:t>
                      </a:r>
                      <a:r>
                        <a:rPr lang="en-US" b="0" dirty="0" err="1">
                          <a:solidFill>
                            <a:schemeClr val="bg2"/>
                          </a:solidFill>
                        </a:rPr>
                        <a:t>Akpuru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-Aja, 2007)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808783"/>
                  </a:ext>
                </a:extLst>
              </a:tr>
              <a:tr h="5322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Sociology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Peace as a value emanates from just human relationships which enhance social harmony, creativity and productivity and prevention of war (</a:t>
                      </a:r>
                      <a:r>
                        <a:rPr lang="en-US" dirty="0" err="1"/>
                        <a:t>Ikejiani</a:t>
                      </a:r>
                      <a:r>
                        <a:rPr lang="en-US" dirty="0"/>
                        <a:t>-Clark and Ani, 2009)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621512"/>
                  </a:ext>
                </a:extLst>
              </a:tr>
              <a:tr h="5322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Religion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Peace is both a gift from God and an effort by the people to achieve it individually and socially.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937966"/>
                  </a:ext>
                </a:extLst>
              </a:tr>
              <a:tr h="55745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Psychology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Peace is the ability to meet one’s needs, thus creating a state of calmness. The ability to function without threat or fear.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781084"/>
                  </a:ext>
                </a:extLst>
              </a:tr>
              <a:tr h="5322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Marxist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Peace is relative to the equal distribution of resources among the classes (bourgeois, proletariats and the peasants) of the society (Richard, 2008)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396007"/>
                  </a:ext>
                </a:extLst>
              </a:tr>
              <a:tr h="5322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Legally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Peace is a state of law and order. Peace can be constructed and achieved through executive, legislative and judiciary structures and institutions of a state (Galtung, 1996).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8346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FC40B7-B440-D708-7EE0-754E9E796E06}"/>
              </a:ext>
            </a:extLst>
          </p:cNvPr>
          <p:cNvGraphicFramePr>
            <a:graphicFrameLocks noGrp="1"/>
          </p:cNvGraphicFramePr>
          <p:nvPr/>
        </p:nvGraphicFramePr>
        <p:xfrm>
          <a:off x="11813366" y="3157804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036726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bg2"/>
                      </a:solidFill>
                      <a:prstDash val="solid"/>
                    </a:lnL>
                    <a:lnR w="12700" cmpd="sng">
                      <a:solidFill>
                        <a:schemeClr val="bg2"/>
                      </a:solidFill>
                      <a:prstDash val="solid"/>
                    </a:lnR>
                    <a:lnT w="12700" cmpd="sng">
                      <a:solidFill>
                        <a:schemeClr val="bg2"/>
                      </a:solidFill>
                      <a:prstDash val="solid"/>
                    </a:lnT>
                    <a:lnB w="1270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74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07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E247-55AB-1A05-41DF-3EFB162E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5A2E3-0BB6-7766-5B37-AAC6446E0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B4A1E-6BA4-368C-3490-EC16D70E2E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1D6C5-CDD7-641F-E367-C877E025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90" y="1212599"/>
            <a:ext cx="5918042" cy="4826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13E339-0747-6FAE-7242-966A2D5EDB9E}"/>
              </a:ext>
            </a:extLst>
          </p:cNvPr>
          <p:cNvSpPr txBox="1"/>
          <p:nvPr/>
        </p:nvSpPr>
        <p:spPr>
          <a:xfrm>
            <a:off x="6622301" y="1675453"/>
            <a:ext cx="3248675" cy="2851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4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F77B24-3002-7366-7A3C-1A52249A622E}"/>
              </a:ext>
            </a:extLst>
          </p:cNvPr>
          <p:cNvSpPr/>
          <p:nvPr/>
        </p:nvSpPr>
        <p:spPr>
          <a:xfrm>
            <a:off x="5918043" y="1941241"/>
            <a:ext cx="5111551" cy="2585323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How would a student define peace?</a:t>
            </a:r>
          </a:p>
        </p:txBody>
      </p:sp>
    </p:spTree>
    <p:extLst>
      <p:ext uri="{BB962C8B-B14F-4D97-AF65-F5344CB8AC3E}">
        <p14:creationId xmlns:p14="http://schemas.microsoft.com/office/powerpoint/2010/main" val="373012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alphaModFix amt="20000"/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C7AD-2FDB-2F9F-4851-2CC1E460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56" y="970941"/>
            <a:ext cx="5541264" cy="1231106"/>
          </a:xfrm>
        </p:spPr>
        <p:txBody>
          <a:bodyPr/>
          <a:lstStyle/>
          <a:p>
            <a:pPr algn="ctr"/>
            <a:r>
              <a:rPr lang="en-US" sz="4000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THE CONCEPT OF PEACE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F5C05-4766-0AB5-C1B3-5AA1BFE4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389" y="504198"/>
            <a:ext cx="11082528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A4E8A-A10E-1478-4A9D-2D9B97F6C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E55B5-7C97-7226-95F6-2C8C82C07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215" y="2575941"/>
            <a:ext cx="3542535" cy="3967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BB9A19-A136-B12C-D56F-68E5216D5720}"/>
              </a:ext>
            </a:extLst>
          </p:cNvPr>
          <p:cNvSpPr txBox="1"/>
          <p:nvPr/>
        </p:nvSpPr>
        <p:spPr>
          <a:xfrm>
            <a:off x="5942652" y="1146087"/>
            <a:ext cx="6020747" cy="50451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buSzPct val="60000"/>
            </a:pPr>
            <a:r>
              <a:rPr lang="en-GB" sz="3200" b="1" dirty="0"/>
              <a:t>Peace is a state of harmony </a:t>
            </a:r>
          </a:p>
          <a:p>
            <a:pPr>
              <a:buSzPct val="60000"/>
            </a:pPr>
            <a:r>
              <a:rPr lang="en-GB" sz="3200" b="1" dirty="0"/>
              <a:t>characterised by justice.</a:t>
            </a:r>
          </a:p>
          <a:p>
            <a:pPr>
              <a:buSzPct val="60000"/>
            </a:pPr>
            <a:endParaRPr lang="en-GB" sz="3200" b="1" dirty="0"/>
          </a:p>
          <a:p>
            <a:pPr>
              <a:buSzPct val="60000"/>
            </a:pPr>
            <a:r>
              <a:rPr lang="en-GB" sz="3200" b="1" dirty="0"/>
              <a:t>A peaceful state is devoid of </a:t>
            </a:r>
          </a:p>
          <a:p>
            <a:pPr>
              <a:buSzPct val="60000"/>
            </a:pPr>
            <a:r>
              <a:rPr lang="en-GB" sz="3200" b="1" dirty="0"/>
              <a:t>violence, war, and threat to </a:t>
            </a:r>
          </a:p>
          <a:p>
            <a:pPr>
              <a:buSzPct val="60000"/>
            </a:pPr>
            <a:r>
              <a:rPr lang="en-GB" sz="3200" b="1" dirty="0"/>
              <a:t>human freedom and dignity.</a:t>
            </a:r>
          </a:p>
          <a:p>
            <a:pPr>
              <a:buSzPct val="60000"/>
            </a:pPr>
            <a:endParaRPr lang="en-GB" sz="3200" b="1" dirty="0"/>
          </a:p>
          <a:p>
            <a:pPr>
              <a:buSzPct val="60000"/>
            </a:pPr>
            <a:r>
              <a:rPr lang="en-GB" sz="3200" b="1" dirty="0"/>
              <a:t>Interior peace is manifest in </a:t>
            </a:r>
          </a:p>
          <a:p>
            <a:pPr>
              <a:buSzPct val="60000"/>
            </a:pPr>
            <a:r>
              <a:rPr lang="en-GB" sz="3200" b="1" dirty="0"/>
              <a:t>exterior peace.</a:t>
            </a:r>
            <a:endParaRPr lang="en-US" sz="1600" b="1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782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l="-2000" t="-11000" r="-10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21F7-0D0F-B952-91DE-823EA11D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86" y="284560"/>
            <a:ext cx="11082528" cy="738664"/>
          </a:xfrm>
        </p:spPr>
        <p:txBody>
          <a:bodyPr/>
          <a:lstStyle/>
          <a:p>
            <a:pPr algn="ctr"/>
            <a:r>
              <a:rPr lang="en-US" sz="4800" dirty="0"/>
              <a:t>Foundations of Peace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D26AC-AEA2-D22B-9BD8-35DCCAF4D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5" y="1240325"/>
            <a:ext cx="11082528" cy="5324535"/>
          </a:xfrm>
        </p:spPr>
        <p:txBody>
          <a:bodyPr/>
          <a:lstStyle/>
          <a:p>
            <a:r>
              <a:rPr lang="en-US" sz="3200" b="1" dirty="0"/>
              <a:t>Peace rests on: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Christian identity of man (NOT as opposed to any other religion).</a:t>
            </a:r>
          </a:p>
          <a:p>
            <a:r>
              <a:rPr lang="en-GB" sz="3200" b="1" dirty="0">
                <a:solidFill>
                  <a:srgbClr val="3C96B4"/>
                </a:solidFill>
              </a:rPr>
              <a:t>Respect for human dignity.</a:t>
            </a:r>
          </a:p>
          <a:p>
            <a:r>
              <a:rPr lang="en-GB" sz="3200" b="1" dirty="0">
                <a:solidFill>
                  <a:srgbClr val="00B050"/>
                </a:solidFill>
              </a:rPr>
              <a:t>Respect for freedom.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The other as a gift – “I-thou”.</a:t>
            </a:r>
          </a:p>
          <a:p>
            <a:r>
              <a:rPr lang="en-GB" sz="3200" b="1" dirty="0">
                <a:solidFill>
                  <a:srgbClr val="FFC000"/>
                </a:solidFill>
              </a:rPr>
              <a:t>Respect for one’s religious beliefs. </a:t>
            </a:r>
          </a:p>
          <a:p>
            <a:r>
              <a:rPr lang="en-GB" sz="3200" b="1" dirty="0">
                <a:solidFill>
                  <a:srgbClr val="00B0F0"/>
                </a:solidFill>
              </a:rPr>
              <a:t>Just laws.</a:t>
            </a:r>
          </a:p>
          <a:p>
            <a:r>
              <a:rPr lang="en-GB" sz="3200" b="1" dirty="0">
                <a:solidFill>
                  <a:srgbClr val="C00000"/>
                </a:solidFill>
              </a:rPr>
              <a:t>Respect for truth – responsible media.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09DB4-AB68-4D23-6CFB-3284181640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7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8B82-AA59-41CE-501F-3D2950C3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5" y="701450"/>
            <a:ext cx="3778250" cy="492443"/>
          </a:xfrm>
        </p:spPr>
        <p:txBody>
          <a:bodyPr/>
          <a:lstStyle/>
          <a:p>
            <a:pPr algn="ctr"/>
            <a:r>
              <a:rPr lang="en-US" sz="3200" dirty="0"/>
              <a:t>LEVELS OF PEACE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AD0D8-26F0-25A3-7ADB-C087152E1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286" y="424451"/>
            <a:ext cx="11082528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CF3AA-18EF-37A7-B24F-6903E9825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1A584-B5EF-220F-7D7D-320F78E42A90}"/>
              </a:ext>
            </a:extLst>
          </p:cNvPr>
          <p:cNvSpPr txBox="1"/>
          <p:nvPr/>
        </p:nvSpPr>
        <p:spPr>
          <a:xfrm>
            <a:off x="5467350" y="3003550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49C49-3B2E-BAED-554D-8847D9094E63}"/>
              </a:ext>
            </a:extLst>
          </p:cNvPr>
          <p:cNvSpPr txBox="1"/>
          <p:nvPr/>
        </p:nvSpPr>
        <p:spPr>
          <a:xfrm>
            <a:off x="357886" y="2895600"/>
            <a:ext cx="197485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chemeClr val="bg2"/>
                </a:solidFill>
                <a:highlight>
                  <a:srgbClr val="3C96B4"/>
                </a:highlight>
              </a:rPr>
              <a:t>Personal Peace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DFACE-A925-EE38-1C22-04377177CDA3}"/>
              </a:ext>
            </a:extLst>
          </p:cNvPr>
          <p:cNvSpPr txBox="1"/>
          <p:nvPr/>
        </p:nvSpPr>
        <p:spPr>
          <a:xfrm>
            <a:off x="4398073" y="2641600"/>
            <a:ext cx="15748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chemeClr val="bg2"/>
                </a:solidFill>
                <a:highlight>
                  <a:srgbClr val="000080"/>
                </a:highlight>
              </a:rPr>
              <a:t>Social Peace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A5DDF-405E-F970-83F6-21A7DB90D13E}"/>
              </a:ext>
            </a:extLst>
          </p:cNvPr>
          <p:cNvSpPr txBox="1"/>
          <p:nvPr/>
        </p:nvSpPr>
        <p:spPr>
          <a:xfrm>
            <a:off x="7841360" y="2800350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dirty="0">
                <a:solidFill>
                  <a:schemeClr val="bg2"/>
                </a:solidFill>
                <a:highlight>
                  <a:srgbClr val="0000FF"/>
                </a:highlight>
              </a:rPr>
              <a:t>International Peace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C3B05-F4C7-A610-1976-DB7E0B7B15B2}"/>
              </a:ext>
            </a:extLst>
          </p:cNvPr>
          <p:cNvSpPr txBox="1"/>
          <p:nvPr/>
        </p:nvSpPr>
        <p:spPr>
          <a:xfrm>
            <a:off x="357886" y="3714750"/>
            <a:ext cx="3275203" cy="301625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refers to inner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calm, emotional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balance, and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mental well-being</a:t>
            </a:r>
            <a:r>
              <a:rPr lang="en-US" sz="17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01427-CEF2-EE55-F7F3-DF8DD8622009}"/>
              </a:ext>
            </a:extLst>
          </p:cNvPr>
          <p:cNvSpPr txBox="1"/>
          <p:nvPr/>
        </p:nvSpPr>
        <p:spPr>
          <a:xfrm>
            <a:off x="4299151" y="3352800"/>
            <a:ext cx="2977259" cy="2844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when people in a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Community live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together with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mutual respect,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justice, and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cooperation.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DCCE7-C36C-37BA-72E9-63934A20B2CE}"/>
              </a:ext>
            </a:extLst>
          </p:cNvPr>
          <p:cNvSpPr txBox="1"/>
          <p:nvPr/>
        </p:nvSpPr>
        <p:spPr>
          <a:xfrm>
            <a:off x="8171070" y="3670300"/>
            <a:ext cx="3942444" cy="264795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the absence of war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and the presence of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friendly relations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dirty="0"/>
              <a:t>between countries.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7C242D-A89E-F017-91FB-A533D84177CC}"/>
              </a:ext>
            </a:extLst>
          </p:cNvPr>
          <p:cNvCxnSpPr/>
          <p:nvPr/>
        </p:nvCxnSpPr>
        <p:spPr>
          <a:xfrm flipH="1">
            <a:off x="1803400" y="1161724"/>
            <a:ext cx="2787650" cy="163862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0D06A5-E422-2FC3-9B84-40F06C1559A1}"/>
              </a:ext>
            </a:extLst>
          </p:cNvPr>
          <p:cNvCxnSpPr>
            <a:stCxn id="2" idx="2"/>
          </p:cNvCxnSpPr>
          <p:nvPr/>
        </p:nvCxnSpPr>
        <p:spPr>
          <a:xfrm>
            <a:off x="5924550" y="1193893"/>
            <a:ext cx="0" cy="13143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18D1A5-338A-0034-F122-86AC5B5E984F}"/>
              </a:ext>
            </a:extLst>
          </p:cNvPr>
          <p:cNvCxnSpPr/>
          <p:nvPr/>
        </p:nvCxnSpPr>
        <p:spPr>
          <a:xfrm>
            <a:off x="7391400" y="1161724"/>
            <a:ext cx="2667000" cy="147987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" name="Graphic 18" descr="Peace Gesture with solid fill">
            <a:extLst>
              <a:ext uri="{FF2B5EF4-FFF2-40B4-BE49-F238E27FC236}">
                <a16:creationId xmlns:a16="http://schemas.microsoft.com/office/drawing/2014/main" id="{17CE562D-DE76-C90C-F41D-DA0452823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600" y="1851071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16EB12-CAFD-985E-A88F-1F1F7DA7F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5702626"/>
            <a:ext cx="914479" cy="9144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9FB8AC-E1AC-71E0-B624-765B376EA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21" y="1741335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85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814C-BCAA-8BEA-F5E6-A1E5D3D0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9342867-0E89-37A1-71A9-F80E17B239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BD6FF5-117F-9011-4B63-BDF6DDBEE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0B625FA-2355-5463-8D6C-979B4FA8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17" y="2763225"/>
            <a:ext cx="2514600" cy="769441"/>
          </a:xfrm>
          <a:effectLst/>
        </p:spPr>
        <p:txBody>
          <a:bodyPr vert="horz"/>
          <a:lstStyle/>
          <a:p>
            <a:pPr algn="ctr"/>
            <a:r>
              <a:rPr lang="en-US" sz="3200" dirty="0"/>
              <a:t>TYPES OF PEACE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F3E33-8E01-80AC-D23E-B2136686C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F032C-0133-A46C-C2DE-65D7DDC590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B07DB-B5F1-9192-7069-226C1CB7B0CD}"/>
              </a:ext>
            </a:extLst>
          </p:cNvPr>
          <p:cNvSpPr txBox="1"/>
          <p:nvPr/>
        </p:nvSpPr>
        <p:spPr>
          <a:xfrm>
            <a:off x="3782590" y="6381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653F02-E014-976C-1258-82E0F469E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441" y="990094"/>
            <a:ext cx="8234873" cy="13229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61005E-4279-657C-0BBE-943E1A08B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7965" y="4164847"/>
            <a:ext cx="8057947" cy="13229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88C5DC-EF8E-1EDB-9903-E9BE21943B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441" y="2292071"/>
            <a:ext cx="8993719" cy="14448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7A66E6-1991-41D2-0504-1E7003802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670" y="5429082"/>
            <a:ext cx="6502405" cy="13229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9110EE-0F83-F5A6-FF05-D990A18E6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0215" y="1267292"/>
            <a:ext cx="743776" cy="7437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D15BEE-EF91-B719-FAD9-C1632EE41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2890" y="1486331"/>
            <a:ext cx="658425" cy="3535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4E36EF-B9DE-F0CB-206C-B39A4672D2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995" y="4485096"/>
            <a:ext cx="743776" cy="7437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CF1E141-711B-9146-FB5C-CFA16B26B7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8670" y="4685306"/>
            <a:ext cx="658425" cy="353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15906B-B601-75C8-615C-C4633278043E}"/>
              </a:ext>
            </a:extLst>
          </p:cNvPr>
          <p:cNvSpPr txBox="1"/>
          <p:nvPr/>
        </p:nvSpPr>
        <p:spPr>
          <a:xfrm>
            <a:off x="4696832" y="1393727"/>
            <a:ext cx="2225820" cy="74377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 dirty="0"/>
              <a:t>Positive Peace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54C40-7A19-9751-914E-A62FC18251F4}"/>
              </a:ext>
            </a:extLst>
          </p:cNvPr>
          <p:cNvSpPr txBox="1"/>
          <p:nvPr/>
        </p:nvSpPr>
        <p:spPr>
          <a:xfrm>
            <a:off x="3555995" y="2423245"/>
            <a:ext cx="7879917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Involves the presence of justice, equality, good governance, and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social harmony and the enthronement of human security. It addresses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the root causes of conflict such as poverty, discrimination, and marginalization.</a:t>
            </a:r>
            <a:endParaRPr lang="en-US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0F5080-94A2-8036-FBE3-21852308FD00}"/>
              </a:ext>
            </a:extLst>
          </p:cNvPr>
          <p:cNvSpPr txBox="1"/>
          <p:nvPr/>
        </p:nvSpPr>
        <p:spPr>
          <a:xfrm>
            <a:off x="4530366" y="4581705"/>
            <a:ext cx="2941983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00" b="1" dirty="0"/>
              <a:t>Negative Peace</a:t>
            </a:r>
            <a:endParaRPr 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AC2A6-B936-D625-0D4E-1364F633512B}"/>
              </a:ext>
            </a:extLst>
          </p:cNvPr>
          <p:cNvSpPr txBox="1"/>
          <p:nvPr/>
        </p:nvSpPr>
        <p:spPr>
          <a:xfrm>
            <a:off x="4073166" y="5633355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Refers to the absence of direct violence or conflict.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For example, a society may not be at war but still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experience tension or inequality.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781AAB-AA9D-FB94-85B1-B162A54F7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73" y="3532666"/>
            <a:ext cx="3332168" cy="234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6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AEE8-6F4D-CEEF-7E8B-B80DB0B6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0" y="269170"/>
            <a:ext cx="8119364" cy="1107996"/>
          </a:xfrm>
        </p:spPr>
        <p:txBody>
          <a:bodyPr/>
          <a:lstStyle/>
          <a:p>
            <a:pPr algn="ctr"/>
            <a:r>
              <a:rPr lang="en-US" sz="3600" dirty="0"/>
              <a:t>How do I pursue Peace in a multi-ethnic society?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9016D-1037-5505-B475-1F0A34DF9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222656"/>
            <a:ext cx="11082528" cy="6063198"/>
          </a:xfrm>
        </p:spPr>
        <p:txBody>
          <a:bodyPr/>
          <a:lstStyle/>
          <a:p>
            <a:endParaRPr lang="en-US" sz="3200" b="1" dirty="0"/>
          </a:p>
          <a:p>
            <a:r>
              <a:rPr lang="en-US" sz="3200" b="1" dirty="0"/>
              <a:t>This requires:</a:t>
            </a:r>
          </a:p>
          <a:p>
            <a:endParaRPr lang="en-US" dirty="0"/>
          </a:p>
          <a:p>
            <a:r>
              <a:rPr lang="en-US" sz="4000" dirty="0"/>
              <a:t>1. Mutual respect among ethnic groups</a:t>
            </a:r>
          </a:p>
          <a:p>
            <a:r>
              <a:rPr lang="en-US" sz="4000" dirty="0"/>
              <a:t>2. Fair distribution of resources</a:t>
            </a:r>
          </a:p>
          <a:p>
            <a:r>
              <a:rPr lang="en-US" sz="4000" dirty="0"/>
              <a:t>3. Inclusive governance</a:t>
            </a:r>
          </a:p>
          <a:p>
            <a:r>
              <a:rPr lang="en-US" sz="4000" dirty="0"/>
              <a:t>4. Recognition of cultural identities</a:t>
            </a:r>
          </a:p>
          <a:p>
            <a:pPr>
              <a:buNone/>
            </a:pPr>
            <a:endParaRPr lang="en-US" dirty="0"/>
          </a:p>
          <a:p>
            <a:pPr algn="ctr"/>
            <a:r>
              <a:rPr lang="en-US" sz="2400" b="1" i="1" dirty="0"/>
              <a:t>Without these, underlying grievances may persist even in the absence of open violence.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38E84-1885-9195-F861-3C84F70CB1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204" y="-19959"/>
            <a:ext cx="3843338" cy="123111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A542A-C067-9C6E-5612-D0763F370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89164" y="2496670"/>
            <a:ext cx="2716696" cy="2175995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74242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6D5E3C3-B92F-2977-DA79-85AD1BBB9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7499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6D5E3C3-B92F-2977-DA79-85AD1BBB9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CC5509F-7228-539C-26D7-15CFD6C6769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84401" y="3093671"/>
            <a:ext cx="4223197" cy="769441"/>
          </a:xfrm>
        </p:spPr>
        <p:txBody>
          <a:bodyPr vert="horz"/>
          <a:lstStyle/>
          <a:p>
            <a:pPr algn="ctr"/>
            <a:r>
              <a:rPr lang="en-ZA" sz="4800" dirty="0"/>
              <a:t>Thank you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2ADBBFE9-2041-ACCB-006D-C1BE21A1020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2. Slide Title">
            <a:extLst>
              <a:ext uri="{FF2B5EF4-FFF2-40B4-BE49-F238E27FC236}">
                <a16:creationId xmlns:a16="http://schemas.microsoft.com/office/drawing/2014/main" id="{93D2D0C1-721E-49C3-C671-D3E20E19FE3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586643" y="3863112"/>
            <a:ext cx="6930983" cy="25340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36576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00" b="1" kern="1200" spc="0" baseline="0">
                <a:ln w="6350" cap="flat">
                  <a:noFill/>
                  <a:miter lim="800000"/>
                </a:ln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dirty="0"/>
              <a:t>For more information, please contact:</a:t>
            </a:r>
          </a:p>
          <a:p>
            <a:pPr algn="ctr"/>
            <a:endParaRPr lang="en-ZA" sz="1600" dirty="0"/>
          </a:p>
          <a:p>
            <a:pPr algn="ctr"/>
            <a:r>
              <a:rPr lang="en-ZA" sz="1600" dirty="0"/>
              <a:t>Nigerian University of Technology and Management</a:t>
            </a:r>
          </a:p>
          <a:p>
            <a:pPr algn="ctr"/>
            <a:r>
              <a:rPr lang="en-ZA" sz="1600" b="0" dirty="0"/>
              <a:t>6, Freetown Road, Apapa, Lagos</a:t>
            </a:r>
          </a:p>
          <a:p>
            <a:pPr algn="ctr"/>
            <a:r>
              <a:rPr lang="en-ZA" sz="1600" b="0" dirty="0"/>
              <a:t>Email: info@nutm.edu.ng</a:t>
            </a:r>
          </a:p>
        </p:txBody>
      </p:sp>
      <p:pic>
        <p:nvPicPr>
          <p:cNvPr id="6" name="Picture 5" descr="A black and green sign with white text&#10;&#10;Description automatically generated">
            <a:extLst>
              <a:ext uri="{FF2B5EF4-FFF2-40B4-BE49-F238E27FC236}">
                <a16:creationId xmlns:a16="http://schemas.microsoft.com/office/drawing/2014/main" id="{A9789178-895D-19FE-A0E6-02EC2EF149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040" y="575012"/>
            <a:ext cx="4223197" cy="1522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39493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EMPLATELASTEDITED" val="2022-06-03 11:03 AM"/>
  <p:tag name="DSS_ID" val="80b9aa03-329c-4a2e-a9f6-895c45e84069"/>
  <p:tag name="ICONFILLBACKGROUND" val="Color [A=255, R=0, G=90, B=53]"/>
  <p:tag name="ICONFILLBACKGROUNDTHEME" val="Accent 1"/>
  <p:tag name="THINKCELLPRESENTATIONDONOTDELETE" val="&lt;?xml version=&quot;1.0&quot; encoding=&quot;UTF-16&quot; standalone=&quot;yes&quot;?&gt;&lt;root reqver=&quot;27037&quot;&gt;&lt;version val=&quot;3308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4.68559000000000036579E+00&quot;&gt;&lt;m_msothmcolidx val=&quot;0&quot;/&gt;&lt;m_rgb r=&quot;FD&quot; g=&quot;2D&quot; b=&quot;15&quot;/&gt;&lt;/elem&gt;&lt;/m_vecMRU&gt;&lt;/m_mruColor&gt;&lt;m_eweekdayFirstOfWeek val=&quot;1&quot;/&gt;&lt;m_eweekdayFirstOfWorkweek val=&quot;2&quot;/&gt;&lt;m_eweekdayFirstOfWeekend val=&quot;7&quot;/&gt;&lt;/CPresentation&gt;&lt;/root&gt;"/>
  <p:tag name="ICONENCLOSURE" val="Tru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HUg2R4KlSvK3PUZIhaSA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HUg2R4KlSvK3PUZIhaSA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51C2C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D8E3C897-85A5-4EC0-B954-E609CAE62F33}" vid="{C7CBBD27-844B-4EB4-A36A-46ADE5E96C5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">
      <a:srgbClr val="39BDF3"/>
    </a:custClr>
    <a:custClr name="Linear 5 (Cyan)">
      <a:srgbClr val="00A9F4"/>
    </a:custClr>
    <a:custClr name="Linear 6">
      <a:srgbClr val="027AB1"/>
    </a:custClr>
    <a:custClr name="Linear 7">
      <a:srgbClr val="034B6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D8E3C897-85A5-4EC0-B954-E609CAE62F33}" vid="{2ABC85F8-71AD-4C15-A80D-F811E14427FE}"/>
    </a:ext>
  </a:extLst>
</a:theme>
</file>

<file path=ppt/theme/theme3.xml><?xml version="1.0" encoding="utf-8"?>
<a:theme xmlns:a="http://schemas.openxmlformats.org/drawingml/2006/main" name="14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5A35"/>
      </a:accent1>
      <a:accent2>
        <a:srgbClr val="009E5B"/>
      </a:accent2>
      <a:accent3>
        <a:srgbClr val="99C4B8"/>
      </a:accent3>
      <a:accent4>
        <a:srgbClr val="383839"/>
      </a:accent4>
      <a:accent5>
        <a:srgbClr val="969696"/>
      </a:accent5>
      <a:accent6>
        <a:srgbClr val="DDDDDD"/>
      </a:accent6>
      <a:hlink>
        <a:srgbClr val="0000FF"/>
      </a:hlink>
      <a:folHlink>
        <a:srgbClr val="800080"/>
      </a:folHlink>
    </a:clrScheme>
    <a:fontScheme name="Custom 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5A35"/>
        </a:accent1>
        <a:accent2>
          <a:srgbClr val="009E5B"/>
        </a:accent2>
        <a:accent3>
          <a:srgbClr val="99C4B8"/>
        </a:accent3>
        <a:accent4>
          <a:srgbClr val="383839"/>
        </a:accent4>
        <a:accent5>
          <a:srgbClr val="969696"/>
        </a:accent5>
        <a:accent6>
          <a:srgbClr val="DDDDD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10510 NUTM dummy v2.potx" id="{D20AF971-C62D-428C-8D20-2A95DFE88838}" vid="{CE932AF1-43A2-4084-9A23-CB92B906053D}"/>
    </a:ext>
  </a:extLst>
</a:theme>
</file>

<file path=ppt/theme/theme4.xml><?xml version="1.0" encoding="utf-8"?>
<a:theme xmlns:a="http://schemas.openxmlformats.org/drawingml/2006/main" name="1_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">
      <a:srgbClr val="39BDF3"/>
    </a:custClr>
    <a:custClr name="Linear 5 (Cyan)">
      <a:srgbClr val="00A9F4"/>
    </a:custClr>
    <a:custClr name="Linear 6">
      <a:srgbClr val="027AB1"/>
    </a:custClr>
    <a:custClr name="Linear 7">
      <a:srgbClr val="034B6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Blank.potx" id="{3CE3ACB9-35B4-4887-8A44-E3EBF3609EBA}" vid="{EDB0F269-A9B1-4AC7-8B32-85D59A739425}"/>
    </a:ext>
  </a:extLst>
</a:theme>
</file>

<file path=ppt/theme/theme5.xml><?xml version="1.0" encoding="utf-8"?>
<a:theme xmlns:a="http://schemas.openxmlformats.org/drawingml/2006/main" name="2_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">
      <a:srgbClr val="39BDF3"/>
    </a:custClr>
    <a:custClr name="Linear 5 (Cyan)">
      <a:srgbClr val="00A9F4"/>
    </a:custClr>
    <a:custClr name="Linear 6">
      <a:srgbClr val="027AB1"/>
    </a:custClr>
    <a:custClr name="Linear 7">
      <a:srgbClr val="034B6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D8E3C897-85A5-4EC0-B954-E609CAE62F33}" vid="{2ABC85F8-71AD-4C15-A80D-F811E14427FE}"/>
    </a:ext>
  </a:extLst>
</a:theme>
</file>

<file path=ppt/theme/theme6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56682</TotalTime>
  <Words>828</Words>
  <Application>Microsoft Office PowerPoint</Application>
  <PresentationFormat>Widescreen</PresentationFormat>
  <Paragraphs>148</Paragraphs>
  <Slides>17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Aptos</vt:lpstr>
      <vt:lpstr>Arial</vt:lpstr>
      <vt:lpstr>Georgia</vt:lpstr>
      <vt:lpstr>Poppins</vt:lpstr>
      <vt:lpstr>Segoe UI</vt:lpstr>
      <vt:lpstr>Segoe UI 1</vt:lpstr>
      <vt:lpstr>Wingdings</vt:lpstr>
      <vt:lpstr>White</vt:lpstr>
      <vt:lpstr>Contrast</vt:lpstr>
      <vt:lpstr>14_White</vt:lpstr>
      <vt:lpstr>1_Contrast</vt:lpstr>
      <vt:lpstr>2_Contrast</vt:lpstr>
      <vt:lpstr>think-cell Slide</vt:lpstr>
      <vt:lpstr>PEACE AND CONFLICT RESOLUTION (GST 312)</vt:lpstr>
      <vt:lpstr>PowerPoint Presentation</vt:lpstr>
      <vt:lpstr>What is this course about?</vt:lpstr>
      <vt:lpstr>What will we learn?</vt:lpstr>
      <vt:lpstr>Modalities for Assessment</vt:lpstr>
      <vt:lpstr>Course Outline</vt:lpstr>
      <vt:lpstr>PowerPoint Presentation</vt:lpstr>
      <vt:lpstr>Peace Studies was born in North America in the 1950s and Norway in 1960s.</vt:lpstr>
      <vt:lpstr>What is Peace?</vt:lpstr>
      <vt:lpstr>Some perspectives?</vt:lpstr>
      <vt:lpstr>PowerPoint Presentation</vt:lpstr>
      <vt:lpstr>THE CONCEPT OF PEACE</vt:lpstr>
      <vt:lpstr>Foundations of Peace</vt:lpstr>
      <vt:lpstr>LEVELS OF PEACE</vt:lpstr>
      <vt:lpstr>TYPES OF PEACE</vt:lpstr>
      <vt:lpstr>How do I pursue Peace in a multi-ethnic society?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the Continent:  Building the “MIT of Africa”</dc:title>
  <dc:subject/>
  <dc:creator>Olubiyi  Akinnaanu</dc:creator>
  <cp:keywords/>
  <dc:description/>
  <cp:lastModifiedBy>Ikechukwu Alamezie</cp:lastModifiedBy>
  <cp:revision>612</cp:revision>
  <cp:lastPrinted>2018-10-30T20:37:12Z</cp:lastPrinted>
  <dcterms:created xsi:type="dcterms:W3CDTF">2022-09-22T10:20:52Z</dcterms:created>
  <dcterms:modified xsi:type="dcterms:W3CDTF">2026-10-15T11:15:14Z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2022-06-03 11:03 AM</vt:lpwstr>
  </property>
  <property fmtid="{D5CDD505-2E9C-101B-9397-08002B2CF9AE}" pid="8" name="TemplateCreated">
    <vt:lpwstr>2019-02-27 01:18 PM</vt:lpwstr>
  </property>
</Properties>
</file>